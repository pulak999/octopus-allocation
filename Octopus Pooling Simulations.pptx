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0" r:id="rId4"/>
    <p:sldId id="261" r:id="rId5"/>
    <p:sldId id="263" r:id="rId6"/>
    <p:sldId id="264" r:id="rId7"/>
    <p:sldId id="270" r:id="rId8"/>
    <p:sldId id="262" r:id="rId9"/>
    <p:sldId id="265" r:id="rId10"/>
    <p:sldId id="273" r:id="rId11"/>
    <p:sldId id="266" r:id="rId12"/>
    <p:sldId id="267" r:id="rId13"/>
    <p:sldId id="269" r:id="rId14"/>
    <p:sldId id="268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11EBC-B3E3-4FF6-932E-9CA6014A2E20}" v="207" dt="2025-02-18T21:05:10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9"/>
  </p:normalViewPr>
  <p:slideViewPr>
    <p:cSldViewPr snapToGrid="0">
      <p:cViewPr varScale="1">
        <p:scale>
          <a:sx n="148" d="100"/>
          <a:sy n="148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hong Zhong (POPULUS GROUP LLC)" userId="S::v-yuhozhong@microsoft.com::9533cc42-4cc2-4139-8b90-6c3782913546" providerId="AD" clId="Web-{C8B20F22-B0F9-303C-0BFC-B0D9992837EC}"/>
    <pc:docChg chg="addSld modSld">
      <pc:chgData name="Yuhong Zhong (POPULUS GROUP LLC)" userId="S::v-yuhozhong@microsoft.com::9533cc42-4cc2-4139-8b90-6c3782913546" providerId="AD" clId="Web-{C8B20F22-B0F9-303C-0BFC-B0D9992837EC}" dt="2025-02-11T19:02:01.044" v="159" actId="20577"/>
      <pc:docMkLst>
        <pc:docMk/>
      </pc:docMkLst>
      <pc:sldChg chg="addSp modSp">
        <pc:chgData name="Yuhong Zhong (POPULUS GROUP LLC)" userId="S::v-yuhozhong@microsoft.com::9533cc42-4cc2-4139-8b90-6c3782913546" providerId="AD" clId="Web-{C8B20F22-B0F9-303C-0BFC-B0D9992837EC}" dt="2025-02-11T19:00:18.353" v="54" actId="1076"/>
        <pc:sldMkLst>
          <pc:docMk/>
          <pc:sldMk cId="1423770389" sldId="266"/>
        </pc:sldMkLst>
        <pc:spChg chg="mod">
          <ac:chgData name="Yuhong Zhong (POPULUS GROUP LLC)" userId="S::v-yuhozhong@microsoft.com::9533cc42-4cc2-4139-8b90-6c3782913546" providerId="AD" clId="Web-{C8B20F22-B0F9-303C-0BFC-B0D9992837EC}" dt="2025-02-11T18:58:52.022" v="5" actId="1076"/>
          <ac:spMkLst>
            <pc:docMk/>
            <pc:sldMk cId="1423770389" sldId="266"/>
            <ac:spMk id="7" creationId="{58E8ACAE-EAF3-5B14-17B6-DA61103C1ACB}"/>
          </ac:spMkLst>
        </pc:spChg>
        <pc:spChg chg="add mod">
          <ac:chgData name="Yuhong Zhong (POPULUS GROUP LLC)" userId="S::v-yuhozhong@microsoft.com::9533cc42-4cc2-4139-8b90-6c3782913546" providerId="AD" clId="Web-{C8B20F22-B0F9-303C-0BFC-B0D9992837EC}" dt="2025-02-11T19:00:18.353" v="54" actId="1076"/>
          <ac:spMkLst>
            <pc:docMk/>
            <pc:sldMk cId="1423770389" sldId="266"/>
            <ac:spMk id="8" creationId="{F10B1FB4-919F-E623-CB42-ABB8D56F75BF}"/>
          </ac:spMkLst>
        </pc:spChg>
        <pc:spChg chg="mod">
          <ac:chgData name="Yuhong Zhong (POPULUS GROUP LLC)" userId="S::v-yuhozhong@microsoft.com::9533cc42-4cc2-4139-8b90-6c3782913546" providerId="AD" clId="Web-{C8B20F22-B0F9-303C-0BFC-B0D9992837EC}" dt="2025-02-11T18:58:41.787" v="2" actId="1076"/>
          <ac:spMkLst>
            <pc:docMk/>
            <pc:sldMk cId="1423770389" sldId="266"/>
            <ac:spMk id="45" creationId="{038B03E4-46AE-3D46-0FF0-4A9CE513609B}"/>
          </ac:spMkLst>
        </pc:spChg>
      </pc:sldChg>
      <pc:sldChg chg="modSp new">
        <pc:chgData name="Yuhong Zhong (POPULUS GROUP LLC)" userId="S::v-yuhozhong@microsoft.com::9533cc42-4cc2-4139-8b90-6c3782913546" providerId="AD" clId="Web-{C8B20F22-B0F9-303C-0BFC-B0D9992837EC}" dt="2025-02-11T19:02:01.044" v="159" actId="20577"/>
        <pc:sldMkLst>
          <pc:docMk/>
          <pc:sldMk cId="233869202" sldId="267"/>
        </pc:sldMkLst>
        <pc:spChg chg="mod">
          <ac:chgData name="Yuhong Zhong (POPULUS GROUP LLC)" userId="S::v-yuhozhong@microsoft.com::9533cc42-4cc2-4139-8b90-6c3782913546" providerId="AD" clId="Web-{C8B20F22-B0F9-303C-0BFC-B0D9992837EC}" dt="2025-02-11T19:00:35.713" v="80" actId="20577"/>
          <ac:spMkLst>
            <pc:docMk/>
            <pc:sldMk cId="233869202" sldId="267"/>
            <ac:spMk id="2" creationId="{9778D112-205B-923C-F29A-1FACAEE78AE4}"/>
          </ac:spMkLst>
        </pc:spChg>
        <pc:spChg chg="mod">
          <ac:chgData name="Yuhong Zhong (POPULUS GROUP LLC)" userId="S::v-yuhozhong@microsoft.com::9533cc42-4cc2-4139-8b90-6c3782913546" providerId="AD" clId="Web-{C8B20F22-B0F9-303C-0BFC-B0D9992837EC}" dt="2025-02-11T19:02:01.044" v="159" actId="20577"/>
          <ac:spMkLst>
            <pc:docMk/>
            <pc:sldMk cId="233869202" sldId="267"/>
            <ac:spMk id="3" creationId="{28789A01-39F4-7CC2-737A-2A852D7D711C}"/>
          </ac:spMkLst>
        </pc:spChg>
      </pc:sldChg>
    </pc:docChg>
  </pc:docChgLst>
  <pc:docChgLst>
    <pc:chgData name="Yuhong Zhong (POPULUS GROUP LLC)" userId="S::v-yuhozhong@microsoft.com::9533cc42-4cc2-4139-8b90-6c3782913546" providerId="AD" clId="Web-{BD943ACF-EE2A-AD08-EF10-E3C0C6E912BC}"/>
    <pc:docChg chg="modSld">
      <pc:chgData name="Yuhong Zhong (POPULUS GROUP LLC)" userId="S::v-yuhozhong@microsoft.com::9533cc42-4cc2-4139-8b90-6c3782913546" providerId="AD" clId="Web-{BD943ACF-EE2A-AD08-EF10-E3C0C6E912BC}" dt="2025-02-11T18:55:19.457" v="38" actId="14100"/>
      <pc:docMkLst>
        <pc:docMk/>
      </pc:docMkLst>
      <pc:sldChg chg="addSp delSp modSp">
        <pc:chgData name="Yuhong Zhong (POPULUS GROUP LLC)" userId="S::v-yuhozhong@microsoft.com::9533cc42-4cc2-4139-8b90-6c3782913546" providerId="AD" clId="Web-{BD943ACF-EE2A-AD08-EF10-E3C0C6E912BC}" dt="2025-02-11T18:55:19.457" v="38" actId="14100"/>
        <pc:sldMkLst>
          <pc:docMk/>
          <pc:sldMk cId="1423770389" sldId="266"/>
        </pc:sldMkLst>
        <pc:spChg chg="add mod">
          <ac:chgData name="Yuhong Zhong (POPULUS GROUP LLC)" userId="S::v-yuhozhong@microsoft.com::9533cc42-4cc2-4139-8b90-6c3782913546" providerId="AD" clId="Web-{BD943ACF-EE2A-AD08-EF10-E3C0C6E912BC}" dt="2025-02-11T18:55:19.457" v="38" actId="14100"/>
          <ac:spMkLst>
            <pc:docMk/>
            <pc:sldMk cId="1423770389" sldId="266"/>
            <ac:spMk id="7" creationId="{58E8ACAE-EAF3-5B14-17B6-DA61103C1ACB}"/>
          </ac:spMkLst>
        </pc:spChg>
        <pc:spChg chg="mod">
          <ac:chgData name="Yuhong Zhong (POPULUS GROUP LLC)" userId="S::v-yuhozhong@microsoft.com::9533cc42-4cc2-4139-8b90-6c3782913546" providerId="AD" clId="Web-{BD943ACF-EE2A-AD08-EF10-E3C0C6E912BC}" dt="2025-02-11T18:54:55.862" v="23" actId="1076"/>
          <ac:spMkLst>
            <pc:docMk/>
            <pc:sldMk cId="1423770389" sldId="266"/>
            <ac:spMk id="45" creationId="{038B03E4-46AE-3D46-0FF0-4A9CE513609B}"/>
          </ac:spMkLst>
        </pc:spChg>
      </pc:sldChg>
    </pc:docChg>
  </pc:docChgLst>
  <pc:docChgLst>
    <pc:chgData name="Yuhong Zhong (POPULUS GROUP LLC)" userId="S::v-yuhozhong@microsoft.com::9533cc42-4cc2-4139-8b90-6c3782913546" providerId="AD" clId="Web-{BF6D759A-6523-53AF-1871-CF56377DE8A3}"/>
    <pc:docChg chg="modSld">
      <pc:chgData name="Yuhong Zhong (POPULUS GROUP LLC)" userId="S::v-yuhozhong@microsoft.com::9533cc42-4cc2-4139-8b90-6c3782913546" providerId="AD" clId="Web-{BF6D759A-6523-53AF-1871-CF56377DE8A3}" dt="2025-02-11T18:53:53.015" v="247"/>
      <pc:docMkLst>
        <pc:docMk/>
      </pc:docMkLst>
      <pc:sldChg chg="addSp delSp modSp">
        <pc:chgData name="Yuhong Zhong (POPULUS GROUP LLC)" userId="S::v-yuhozhong@microsoft.com::9533cc42-4cc2-4139-8b90-6c3782913546" providerId="AD" clId="Web-{BF6D759A-6523-53AF-1871-CF56377DE8A3}" dt="2025-02-11T18:53:53.015" v="247"/>
        <pc:sldMkLst>
          <pc:docMk/>
          <pc:sldMk cId="1423770389" sldId="266"/>
        </pc:sldMkLst>
        <pc:spChg chg="mod">
          <ac:chgData name="Yuhong Zhong (POPULUS GROUP LLC)" userId="S::v-yuhozhong@microsoft.com::9533cc42-4cc2-4139-8b90-6c3782913546" providerId="AD" clId="Web-{BF6D759A-6523-53AF-1871-CF56377DE8A3}" dt="2025-02-11T18:46:53.390" v="93" actId="20577"/>
          <ac:spMkLst>
            <pc:docMk/>
            <pc:sldMk cId="1423770389" sldId="266"/>
            <ac:spMk id="3" creationId="{D2A9B22A-CCBA-03FF-EDE0-3FEF3F81CBBF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139" v="218" actId="1076"/>
          <ac:spMkLst>
            <pc:docMk/>
            <pc:sldMk cId="1423770389" sldId="266"/>
            <ac:spMk id="4" creationId="{4E51794B-2C68-F3E6-9931-6E1FA23DC1A6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155" v="219" actId="1076"/>
          <ac:spMkLst>
            <pc:docMk/>
            <pc:sldMk cId="1423770389" sldId="266"/>
            <ac:spMk id="6" creationId="{DDC7C29C-36D1-8A05-4748-C67EF2B4DF33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170" v="220" actId="1076"/>
          <ac:spMkLst>
            <pc:docMk/>
            <pc:sldMk cId="1423770389" sldId="266"/>
            <ac:spMk id="22" creationId="{C891B0A8-39CF-059D-EAD5-72E4B8ABD184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186" v="221" actId="1076"/>
          <ac:spMkLst>
            <pc:docMk/>
            <pc:sldMk cId="1423770389" sldId="266"/>
            <ac:spMk id="24" creationId="{A32AA92A-5023-F877-17F2-4957B70E0331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202" v="222" actId="1076"/>
          <ac:spMkLst>
            <pc:docMk/>
            <pc:sldMk cId="1423770389" sldId="266"/>
            <ac:spMk id="25" creationId="{B5A9C355-26A7-DEC0-6BCE-6BBD088CB363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217" v="223" actId="1076"/>
          <ac:spMkLst>
            <pc:docMk/>
            <pc:sldMk cId="1423770389" sldId="266"/>
            <ac:spMk id="27" creationId="{D1E756B8-0423-E992-E17E-E11E9018BE68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233" v="224" actId="1076"/>
          <ac:spMkLst>
            <pc:docMk/>
            <pc:sldMk cId="1423770389" sldId="266"/>
            <ac:spMk id="28" creationId="{4ED48901-54FE-A1D2-5920-91164A45FE19}"/>
          </ac:spMkLst>
        </pc:spChg>
        <pc:spChg chg="add mod topLvl">
          <ac:chgData name="Yuhong Zhong (POPULUS GROUP LLC)" userId="S::v-yuhozhong@microsoft.com::9533cc42-4cc2-4139-8b90-6c3782913546" providerId="AD" clId="Web-{BF6D759A-6523-53AF-1871-CF56377DE8A3}" dt="2025-02-11T18:53:38.249" v="225" actId="1076"/>
          <ac:spMkLst>
            <pc:docMk/>
            <pc:sldMk cId="1423770389" sldId="266"/>
            <ac:spMk id="29" creationId="{40B36F21-8DAB-18CE-A848-82AEC5957436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295" v="227" actId="1076"/>
          <ac:spMkLst>
            <pc:docMk/>
            <pc:sldMk cId="1423770389" sldId="266"/>
            <ac:spMk id="33" creationId="{F63E9811-F83A-2A22-53DE-988EE35DA789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327" v="228" actId="1076"/>
          <ac:spMkLst>
            <pc:docMk/>
            <pc:sldMk cId="1423770389" sldId="266"/>
            <ac:spMk id="34" creationId="{21E00A0A-C762-1B86-BD2C-A02DAE277D75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342" v="229" actId="1076"/>
          <ac:spMkLst>
            <pc:docMk/>
            <pc:sldMk cId="1423770389" sldId="266"/>
            <ac:spMk id="35" creationId="{5C3193BA-BFB8-8023-272D-34C071D3097F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358" v="230" actId="1076"/>
          <ac:spMkLst>
            <pc:docMk/>
            <pc:sldMk cId="1423770389" sldId="266"/>
            <ac:spMk id="36" creationId="{637ACEF9-6108-C89C-4231-3BCEE9AEB342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374" v="231" actId="1076"/>
          <ac:spMkLst>
            <pc:docMk/>
            <pc:sldMk cId="1423770389" sldId="266"/>
            <ac:spMk id="37" creationId="{7CF3F2DA-7766-8893-19A0-896D060506C9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389" v="232" actId="1076"/>
          <ac:spMkLst>
            <pc:docMk/>
            <pc:sldMk cId="1423770389" sldId="266"/>
            <ac:spMk id="38" creationId="{FD368BDA-3D4D-061C-DFA0-21CCD798AD1E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405" v="233" actId="1076"/>
          <ac:spMkLst>
            <pc:docMk/>
            <pc:sldMk cId="1423770389" sldId="266"/>
            <ac:spMk id="39" creationId="{ACC6A6B0-B968-22A8-1847-250BDE3125DB}"/>
          </ac:spMkLst>
        </pc:spChg>
        <pc:spChg chg="add mod">
          <ac:chgData name="Yuhong Zhong (POPULUS GROUP LLC)" userId="S::v-yuhozhong@microsoft.com::9533cc42-4cc2-4139-8b90-6c3782913546" providerId="AD" clId="Web-{BF6D759A-6523-53AF-1871-CF56377DE8A3}" dt="2025-02-11T18:53:38.436" v="234" actId="1076"/>
          <ac:spMkLst>
            <pc:docMk/>
            <pc:sldMk cId="1423770389" sldId="266"/>
            <ac:spMk id="40" creationId="{E6664D05-D81F-1B07-2CCF-7D3CAB3D7638}"/>
          </ac:spMkLst>
        </pc:spChg>
        <pc:spChg chg="add">
          <ac:chgData name="Yuhong Zhong (POPULUS GROUP LLC)" userId="S::v-yuhozhong@microsoft.com::9533cc42-4cc2-4139-8b90-6c3782913546" providerId="AD" clId="Web-{BF6D759A-6523-53AF-1871-CF56377DE8A3}" dt="2025-02-11T18:53:41.811" v="240"/>
          <ac:spMkLst>
            <pc:docMk/>
            <pc:sldMk cId="1423770389" sldId="266"/>
            <ac:spMk id="42" creationId="{06E839FC-EAAB-50D5-8504-50287DE7873C}"/>
          </ac:spMkLst>
        </pc:spChg>
        <pc:spChg chg="add">
          <ac:chgData name="Yuhong Zhong (POPULUS GROUP LLC)" userId="S::v-yuhozhong@microsoft.com::9533cc42-4cc2-4139-8b90-6c3782913546" providerId="AD" clId="Web-{BF6D759A-6523-53AF-1871-CF56377DE8A3}" dt="2025-02-11T18:53:47.280" v="241"/>
          <ac:spMkLst>
            <pc:docMk/>
            <pc:sldMk cId="1423770389" sldId="266"/>
            <ac:spMk id="43" creationId="{196913D9-266D-F95E-7483-890BA691545B}"/>
          </ac:spMkLst>
        </pc:spChg>
        <pc:spChg chg="add">
          <ac:chgData name="Yuhong Zhong (POPULUS GROUP LLC)" userId="S::v-yuhozhong@microsoft.com::9533cc42-4cc2-4139-8b90-6c3782913546" providerId="AD" clId="Web-{BF6D759A-6523-53AF-1871-CF56377DE8A3}" dt="2025-02-11T18:53:47.436" v="244"/>
          <ac:spMkLst>
            <pc:docMk/>
            <pc:sldMk cId="1423770389" sldId="266"/>
            <ac:spMk id="45" creationId="{038B03E4-46AE-3D46-0FF0-4A9CE513609B}"/>
          </ac:spMkLst>
        </pc:spChg>
        <pc:picChg chg="mod topLvl">
          <ac:chgData name="Yuhong Zhong (POPULUS GROUP LLC)" userId="S::v-yuhozhong@microsoft.com::9533cc42-4cc2-4139-8b90-6c3782913546" providerId="AD" clId="Web-{BF6D759A-6523-53AF-1871-CF56377DE8A3}" dt="2025-02-11T18:53:38.124" v="217" actId="1076"/>
          <ac:picMkLst>
            <pc:docMk/>
            <pc:sldMk cId="1423770389" sldId="266"/>
            <ac:picMk id="5" creationId="{B641C75A-CF98-23A2-A491-AD5FFAEF6FFD}"/>
          </ac:picMkLst>
        </pc:picChg>
        <pc:picChg chg="add mod">
          <ac:chgData name="Yuhong Zhong (POPULUS GROUP LLC)" userId="S::v-yuhozhong@microsoft.com::9533cc42-4cc2-4139-8b90-6c3782913546" providerId="AD" clId="Web-{BF6D759A-6523-53AF-1871-CF56377DE8A3}" dt="2025-02-11T18:53:38.280" v="226" actId="1076"/>
          <ac:picMkLst>
            <pc:docMk/>
            <pc:sldMk cId="1423770389" sldId="266"/>
            <ac:picMk id="31" creationId="{B44AF9AF-1D15-E1F5-9AF9-1338E78AF5A4}"/>
          </ac:picMkLst>
        </pc:picChg>
        <pc:cxnChg chg="add mod">
          <ac:chgData name="Yuhong Zhong (POPULUS GROUP LLC)" userId="S::v-yuhozhong@microsoft.com::9533cc42-4cc2-4139-8b90-6c3782913546" providerId="AD" clId="Web-{BF6D759A-6523-53AF-1871-CF56377DE8A3}" dt="2025-02-11T18:53:41.764" v="239"/>
          <ac:cxnSpMkLst>
            <pc:docMk/>
            <pc:sldMk cId="1423770389" sldId="266"/>
            <ac:cxnSpMk id="41" creationId="{281ABE1F-7FF7-0503-BC3E-DB6137E97572}"/>
          </ac:cxnSpMkLst>
        </pc:cxnChg>
      </pc:sldChg>
    </pc:docChg>
  </pc:docChgLst>
  <pc:docChgLst>
    <pc:chgData name="Yuhong Zhong (POPULUS GROUP LLC)" userId="S::v-yuhozhong@microsoft.com::9533cc42-4cc2-4139-8b90-6c3782913546" providerId="AD" clId="Web-{D273D717-5E9E-DCF3-5364-E2DE2ECB1DE7}"/>
    <pc:docChg chg="modSld">
      <pc:chgData name="Yuhong Zhong (POPULUS GROUP LLC)" userId="S::v-yuhozhong@microsoft.com::9533cc42-4cc2-4139-8b90-6c3782913546" providerId="AD" clId="Web-{D273D717-5E9E-DCF3-5364-E2DE2ECB1DE7}" dt="2025-02-11T18:43:08.738" v="213" actId="20577"/>
      <pc:docMkLst>
        <pc:docMk/>
      </pc:docMkLst>
      <pc:sldChg chg="addSp modSp">
        <pc:chgData name="Yuhong Zhong (POPULUS GROUP LLC)" userId="S::v-yuhozhong@microsoft.com::9533cc42-4cc2-4139-8b90-6c3782913546" providerId="AD" clId="Web-{D273D717-5E9E-DCF3-5364-E2DE2ECB1DE7}" dt="2025-02-11T18:43:08.738" v="213" actId="20577"/>
        <pc:sldMkLst>
          <pc:docMk/>
          <pc:sldMk cId="1423770389" sldId="266"/>
        </pc:sldMkLst>
        <pc:spChg chg="mod">
          <ac:chgData name="Yuhong Zhong (POPULUS GROUP LLC)" userId="S::v-yuhozhong@microsoft.com::9533cc42-4cc2-4139-8b90-6c3782913546" providerId="AD" clId="Web-{D273D717-5E9E-DCF3-5364-E2DE2ECB1DE7}" dt="2025-02-11T18:38:02.195" v="37" actId="14100"/>
          <ac:spMkLst>
            <pc:docMk/>
            <pc:sldMk cId="1423770389" sldId="266"/>
            <ac:spMk id="3" creationId="{D2A9B22A-CCBA-03FF-EDE0-3FEF3F81CBBF}"/>
          </ac:spMkLst>
        </pc:spChg>
        <pc:picChg chg="add mod">
          <ac:chgData name="Yuhong Zhong (POPULUS GROUP LLC)" userId="S::v-yuhozhong@microsoft.com::9533cc42-4cc2-4139-8b90-6c3782913546" providerId="AD" clId="Web-{D273D717-5E9E-DCF3-5364-E2DE2ECB1DE7}" dt="2025-02-11T18:38:21.336" v="41" actId="1076"/>
          <ac:picMkLst>
            <pc:docMk/>
            <pc:sldMk cId="1423770389" sldId="266"/>
            <ac:picMk id="5" creationId="{B641C75A-CF98-23A2-A491-AD5FFAEF6FFD}"/>
          </ac:picMkLst>
        </pc:picChg>
      </pc:sldChg>
    </pc:docChg>
  </pc:docChgLst>
  <pc:docChgLst>
    <pc:chgData name="Fiodar Kazhamiaka" userId="S::fkazhamiaka@microsoft.com::e68ac574-508b-444a-9a16-1d885d3eb506" providerId="AD" clId="Web-{E5426DA4-4622-267A-737A-6E1F9313D202}"/>
    <pc:docChg chg="addSld delSld">
      <pc:chgData name="Fiodar Kazhamiaka" userId="S::fkazhamiaka@microsoft.com::e68ac574-508b-444a-9a16-1d885d3eb506" providerId="AD" clId="Web-{E5426DA4-4622-267A-737A-6E1F9313D202}" dt="2025-02-11T06:26:20.167" v="1"/>
      <pc:docMkLst>
        <pc:docMk/>
      </pc:docMkLst>
      <pc:sldChg chg="new del">
        <pc:chgData name="Fiodar Kazhamiaka" userId="S::fkazhamiaka@microsoft.com::e68ac574-508b-444a-9a16-1d885d3eb506" providerId="AD" clId="Web-{E5426DA4-4622-267A-737A-6E1F9313D202}" dt="2025-02-11T06:26:20.167" v="1"/>
        <pc:sldMkLst>
          <pc:docMk/>
          <pc:sldMk cId="2490648303" sldId="266"/>
        </pc:sldMkLst>
      </pc:sldChg>
    </pc:docChg>
  </pc:docChgLst>
  <pc:docChgLst>
    <pc:chgData name="Yuhong Zhong (POPULUS GROUP LLC)" userId="9533cc42-4cc2-4139-8b90-6c3782913546" providerId="ADAL" clId="{B9611EBC-B3E3-4FF6-932E-9CA6014A2E20}"/>
    <pc:docChg chg="undo custSel addSld delSld modSld sldOrd">
      <pc:chgData name="Yuhong Zhong (POPULUS GROUP LLC)" userId="9533cc42-4cc2-4139-8b90-6c3782913546" providerId="ADAL" clId="{B9611EBC-B3E3-4FF6-932E-9CA6014A2E20}" dt="2025-02-25T18:23:12.360" v="5346" actId="20577"/>
      <pc:docMkLst>
        <pc:docMk/>
      </pc:docMkLst>
      <pc:sldChg chg="del">
        <pc:chgData name="Yuhong Zhong (POPULUS GROUP LLC)" userId="9533cc42-4cc2-4139-8b90-6c3782913546" providerId="ADAL" clId="{B9611EBC-B3E3-4FF6-932E-9CA6014A2E20}" dt="2025-02-11T01:52:38.299" v="125" actId="47"/>
        <pc:sldMkLst>
          <pc:docMk/>
          <pc:sldMk cId="4131078986" sldId="256"/>
        </pc:sldMkLst>
      </pc:sldChg>
      <pc:sldChg chg="modSp del mod">
        <pc:chgData name="Yuhong Zhong (POPULUS GROUP LLC)" userId="9533cc42-4cc2-4139-8b90-6c3782913546" providerId="ADAL" clId="{B9611EBC-B3E3-4FF6-932E-9CA6014A2E20}" dt="2025-02-11T02:11:45.484" v="2229" actId="47"/>
        <pc:sldMkLst>
          <pc:docMk/>
          <pc:sldMk cId="4196378257" sldId="257"/>
        </pc:sldMkLst>
      </pc:sldChg>
      <pc:sldChg chg="addSp delSp modSp new mod">
        <pc:chgData name="Yuhong Zhong (POPULUS GROUP LLC)" userId="9533cc42-4cc2-4139-8b90-6c3782913546" providerId="ADAL" clId="{B9611EBC-B3E3-4FF6-932E-9CA6014A2E20}" dt="2025-02-11T01:57:42.316" v="595" actId="20577"/>
        <pc:sldMkLst>
          <pc:docMk/>
          <pc:sldMk cId="3914857948" sldId="258"/>
        </pc:sldMkLst>
        <pc:spChg chg="mod">
          <ac:chgData name="Yuhong Zhong (POPULUS GROUP LLC)" userId="9533cc42-4cc2-4139-8b90-6c3782913546" providerId="ADAL" clId="{B9611EBC-B3E3-4FF6-932E-9CA6014A2E20}" dt="2025-02-11T01:55:57.885" v="514" actId="20577"/>
          <ac:spMkLst>
            <pc:docMk/>
            <pc:sldMk cId="3914857948" sldId="258"/>
            <ac:spMk id="2" creationId="{CC533838-C9BE-BAE5-E4FA-C5BD91188A15}"/>
          </ac:spMkLst>
        </pc:spChg>
        <pc:spChg chg="mod">
          <ac:chgData name="Yuhong Zhong (POPULUS GROUP LLC)" userId="9533cc42-4cc2-4139-8b90-6c3782913546" providerId="ADAL" clId="{B9611EBC-B3E3-4FF6-932E-9CA6014A2E20}" dt="2025-02-11T01:56:18.940" v="540" actId="14100"/>
          <ac:spMkLst>
            <pc:docMk/>
            <pc:sldMk cId="3914857948" sldId="258"/>
            <ac:spMk id="3" creationId="{16C21AB5-E138-C8EE-F653-57D29782FDA1}"/>
          </ac:spMkLst>
        </pc:spChg>
        <pc:spChg chg="add mod">
          <ac:chgData name="Yuhong Zhong (POPULUS GROUP LLC)" userId="9533cc42-4cc2-4139-8b90-6c3782913546" providerId="ADAL" clId="{B9611EBC-B3E3-4FF6-932E-9CA6014A2E20}" dt="2025-02-11T01:56:56.208" v="563" actId="1076"/>
          <ac:spMkLst>
            <pc:docMk/>
            <pc:sldMk cId="3914857948" sldId="258"/>
            <ac:spMk id="9" creationId="{DBC8C28D-4ACC-AFB8-0BF0-CE70720C2CFB}"/>
          </ac:spMkLst>
        </pc:spChg>
        <pc:spChg chg="add mod">
          <ac:chgData name="Yuhong Zhong (POPULUS GROUP LLC)" userId="9533cc42-4cc2-4139-8b90-6c3782913546" providerId="ADAL" clId="{B9611EBC-B3E3-4FF6-932E-9CA6014A2E20}" dt="2025-02-11T01:57:34.692" v="590" actId="207"/>
          <ac:spMkLst>
            <pc:docMk/>
            <pc:sldMk cId="3914857948" sldId="258"/>
            <ac:spMk id="15" creationId="{1D7625CA-5880-E9C3-F6AA-1FB2D681A3AF}"/>
          </ac:spMkLst>
        </pc:spChg>
        <pc:spChg chg="add mod">
          <ac:chgData name="Yuhong Zhong (POPULUS GROUP LLC)" userId="9533cc42-4cc2-4139-8b90-6c3782913546" providerId="ADAL" clId="{B9611EBC-B3E3-4FF6-932E-9CA6014A2E20}" dt="2025-02-11T01:57:42.316" v="595" actId="20577"/>
          <ac:spMkLst>
            <pc:docMk/>
            <pc:sldMk cId="3914857948" sldId="258"/>
            <ac:spMk id="16" creationId="{9A31A370-E0C3-38F9-32E1-93FCC6A55FB9}"/>
          </ac:spMkLst>
        </pc:spChg>
        <pc:picChg chg="add mod">
          <ac:chgData name="Yuhong Zhong (POPULUS GROUP LLC)" userId="9533cc42-4cc2-4139-8b90-6c3782913546" providerId="ADAL" clId="{B9611EBC-B3E3-4FF6-932E-9CA6014A2E20}" dt="2025-02-11T01:56:36.669" v="549" actId="1076"/>
          <ac:picMkLst>
            <pc:docMk/>
            <pc:sldMk cId="3914857948" sldId="258"/>
            <ac:picMk id="7" creationId="{B0FF0B26-A548-7FEF-92B0-8A01A5157796}"/>
          </ac:picMkLst>
        </pc:picChg>
        <pc:cxnChg chg="add mod">
          <ac:chgData name="Yuhong Zhong (POPULUS GROUP LLC)" userId="9533cc42-4cc2-4139-8b90-6c3782913546" providerId="ADAL" clId="{B9611EBC-B3E3-4FF6-932E-9CA6014A2E20}" dt="2025-02-11T01:57:12.304" v="566" actId="1582"/>
          <ac:cxnSpMkLst>
            <pc:docMk/>
            <pc:sldMk cId="3914857948" sldId="258"/>
            <ac:cxnSpMk id="11" creationId="{E8EEF48F-CDEE-ADBF-BD6A-9E59530F3F5D}"/>
          </ac:cxnSpMkLst>
        </pc:cxnChg>
        <pc:cxnChg chg="add mod">
          <ac:chgData name="Yuhong Zhong (POPULUS GROUP LLC)" userId="9533cc42-4cc2-4139-8b90-6c3782913546" providerId="ADAL" clId="{B9611EBC-B3E3-4FF6-932E-9CA6014A2E20}" dt="2025-02-11T01:57:22.752" v="570" actId="1076"/>
          <ac:cxnSpMkLst>
            <pc:docMk/>
            <pc:sldMk cId="3914857948" sldId="258"/>
            <ac:cxnSpMk id="12" creationId="{F03BC9CA-E85D-2140-F15D-B9BABE291FAD}"/>
          </ac:cxnSpMkLst>
        </pc:cxnChg>
      </pc:sldChg>
      <pc:sldChg chg="modSp new mod">
        <pc:chgData name="Yuhong Zhong (POPULUS GROUP LLC)" userId="9533cc42-4cc2-4139-8b90-6c3782913546" providerId="ADAL" clId="{B9611EBC-B3E3-4FF6-932E-9CA6014A2E20}" dt="2025-02-11T02:12:19.277" v="2285" actId="20577"/>
        <pc:sldMkLst>
          <pc:docMk/>
          <pc:sldMk cId="1131046570" sldId="259"/>
        </pc:sldMkLst>
        <pc:spChg chg="mod">
          <ac:chgData name="Yuhong Zhong (POPULUS GROUP LLC)" userId="9533cc42-4cc2-4139-8b90-6c3782913546" providerId="ADAL" clId="{B9611EBC-B3E3-4FF6-932E-9CA6014A2E20}" dt="2025-02-11T01:57:56.514" v="597"/>
          <ac:spMkLst>
            <pc:docMk/>
            <pc:sldMk cId="1131046570" sldId="259"/>
            <ac:spMk id="2" creationId="{451E2BE0-920B-82F5-8A80-C645FE008672}"/>
          </ac:spMkLst>
        </pc:spChg>
        <pc:spChg chg="mod">
          <ac:chgData name="Yuhong Zhong (POPULUS GROUP LLC)" userId="9533cc42-4cc2-4139-8b90-6c3782913546" providerId="ADAL" clId="{B9611EBC-B3E3-4FF6-932E-9CA6014A2E20}" dt="2025-02-11T02:12:19.277" v="2285" actId="20577"/>
          <ac:spMkLst>
            <pc:docMk/>
            <pc:sldMk cId="1131046570" sldId="259"/>
            <ac:spMk id="3" creationId="{44C982F0-5934-2A2F-E65B-43E8F2CAD8A2}"/>
          </ac:spMkLst>
        </pc:spChg>
      </pc:sldChg>
      <pc:sldChg chg="modSp new mod">
        <pc:chgData name="Yuhong Zhong (POPULUS GROUP LLC)" userId="9533cc42-4cc2-4139-8b90-6c3782913546" providerId="ADAL" clId="{B9611EBC-B3E3-4FF6-932E-9CA6014A2E20}" dt="2025-02-11T03:11:16.781" v="3156" actId="1076"/>
        <pc:sldMkLst>
          <pc:docMk/>
          <pc:sldMk cId="1352987719" sldId="260"/>
        </pc:sldMkLst>
        <pc:spChg chg="mod">
          <ac:chgData name="Yuhong Zhong (POPULUS GROUP LLC)" userId="9533cc42-4cc2-4139-8b90-6c3782913546" providerId="ADAL" clId="{B9611EBC-B3E3-4FF6-932E-9CA6014A2E20}" dt="2025-02-11T02:05:44.309" v="1722" actId="20577"/>
          <ac:spMkLst>
            <pc:docMk/>
            <pc:sldMk cId="1352987719" sldId="260"/>
            <ac:spMk id="2" creationId="{3227E3EE-011C-DD6F-3902-F51454F19AB6}"/>
          </ac:spMkLst>
        </pc:spChg>
        <pc:spChg chg="mod">
          <ac:chgData name="Yuhong Zhong (POPULUS GROUP LLC)" userId="9533cc42-4cc2-4139-8b90-6c3782913546" providerId="ADAL" clId="{B9611EBC-B3E3-4FF6-932E-9CA6014A2E20}" dt="2025-02-11T03:11:16.781" v="3156" actId="1076"/>
          <ac:spMkLst>
            <pc:docMk/>
            <pc:sldMk cId="1352987719" sldId="260"/>
            <ac:spMk id="3" creationId="{0056FB7A-DB3E-19CA-1B3B-CCB2C7766CF3}"/>
          </ac:spMkLst>
        </pc:spChg>
      </pc:sldChg>
      <pc:sldChg chg="addSp modSp new mod ord">
        <pc:chgData name="Yuhong Zhong (POPULUS GROUP LLC)" userId="9533cc42-4cc2-4139-8b90-6c3782913546" providerId="ADAL" clId="{B9611EBC-B3E3-4FF6-932E-9CA6014A2E20}" dt="2025-02-11T02:11:28.025" v="2197" actId="207"/>
        <pc:sldMkLst>
          <pc:docMk/>
          <pc:sldMk cId="285107692" sldId="261"/>
        </pc:sldMkLst>
        <pc:spChg chg="mod">
          <ac:chgData name="Yuhong Zhong (POPULUS GROUP LLC)" userId="9533cc42-4cc2-4139-8b90-6c3782913546" providerId="ADAL" clId="{B9611EBC-B3E3-4FF6-932E-9CA6014A2E20}" dt="2025-02-11T02:07:43.389" v="1890" actId="20577"/>
          <ac:spMkLst>
            <pc:docMk/>
            <pc:sldMk cId="285107692" sldId="261"/>
            <ac:spMk id="2" creationId="{143F3894-CD28-D366-CDEB-CABC62A579A1}"/>
          </ac:spMkLst>
        </pc:spChg>
        <pc:spChg chg="mod">
          <ac:chgData name="Yuhong Zhong (POPULUS GROUP LLC)" userId="9533cc42-4cc2-4139-8b90-6c3782913546" providerId="ADAL" clId="{B9611EBC-B3E3-4FF6-932E-9CA6014A2E20}" dt="2025-02-11T02:09:01.979" v="2048" actId="14100"/>
          <ac:spMkLst>
            <pc:docMk/>
            <pc:sldMk cId="285107692" sldId="261"/>
            <ac:spMk id="3" creationId="{BC221A00-23E9-1700-ABBF-78E45360C3C6}"/>
          </ac:spMkLst>
        </pc:spChg>
        <pc:spChg chg="add mod">
          <ac:chgData name="Yuhong Zhong (POPULUS GROUP LLC)" userId="9533cc42-4cc2-4139-8b90-6c3782913546" providerId="ADAL" clId="{B9611EBC-B3E3-4FF6-932E-9CA6014A2E20}" dt="2025-02-11T02:09:08.060" v="2049" actId="1076"/>
          <ac:spMkLst>
            <pc:docMk/>
            <pc:sldMk cId="285107692" sldId="261"/>
            <ac:spMk id="5" creationId="{0E86C3D3-E2DD-1F3D-D863-F3D275FECA5C}"/>
          </ac:spMkLst>
        </pc:spChg>
        <pc:spChg chg="add mod">
          <ac:chgData name="Yuhong Zhong (POPULUS GROUP LLC)" userId="9533cc42-4cc2-4139-8b90-6c3782913546" providerId="ADAL" clId="{B9611EBC-B3E3-4FF6-932E-9CA6014A2E20}" dt="2025-02-11T02:11:01.755" v="2188" actId="1076"/>
          <ac:spMkLst>
            <pc:docMk/>
            <pc:sldMk cId="285107692" sldId="261"/>
            <ac:spMk id="8" creationId="{06BDB931-02CE-8584-86E8-FED7841D9CE9}"/>
          </ac:spMkLst>
        </pc:spChg>
        <pc:spChg chg="add mod">
          <ac:chgData name="Yuhong Zhong (POPULUS GROUP LLC)" userId="9533cc42-4cc2-4139-8b90-6c3782913546" providerId="ADAL" clId="{B9611EBC-B3E3-4FF6-932E-9CA6014A2E20}" dt="2025-02-11T02:11:10.747" v="2191" actId="1076"/>
          <ac:spMkLst>
            <pc:docMk/>
            <pc:sldMk cId="285107692" sldId="261"/>
            <ac:spMk id="9" creationId="{7AA61323-785A-1A14-0E3F-EC291570FF60}"/>
          </ac:spMkLst>
        </pc:spChg>
        <pc:spChg chg="add mod">
          <ac:chgData name="Yuhong Zhong (POPULUS GROUP LLC)" userId="9533cc42-4cc2-4139-8b90-6c3782913546" providerId="ADAL" clId="{B9611EBC-B3E3-4FF6-932E-9CA6014A2E20}" dt="2025-02-11T02:11:25.532" v="2196" actId="207"/>
          <ac:spMkLst>
            <pc:docMk/>
            <pc:sldMk cId="285107692" sldId="261"/>
            <ac:spMk id="10" creationId="{9E8A23E6-4B4A-7575-5C2D-1DE51D8BF394}"/>
          </ac:spMkLst>
        </pc:spChg>
        <pc:spChg chg="add mod">
          <ac:chgData name="Yuhong Zhong (POPULUS GROUP LLC)" userId="9533cc42-4cc2-4139-8b90-6c3782913546" providerId="ADAL" clId="{B9611EBC-B3E3-4FF6-932E-9CA6014A2E20}" dt="2025-02-11T02:11:28.025" v="2197" actId="207"/>
          <ac:spMkLst>
            <pc:docMk/>
            <pc:sldMk cId="285107692" sldId="261"/>
            <ac:spMk id="11" creationId="{D9D14019-1619-06A1-87F9-3B7405FB5F1B}"/>
          </ac:spMkLst>
        </pc:spChg>
        <pc:picChg chg="add mod">
          <ac:chgData name="Yuhong Zhong (POPULUS GROUP LLC)" userId="9533cc42-4cc2-4139-8b90-6c3782913546" providerId="ADAL" clId="{B9611EBC-B3E3-4FF6-932E-9CA6014A2E20}" dt="2025-02-11T02:11:04.622" v="2190" actId="1076"/>
          <ac:picMkLst>
            <pc:docMk/>
            <pc:sldMk cId="285107692" sldId="261"/>
            <ac:picMk id="4" creationId="{D8184734-3C0B-6626-541F-860BD37AF35A}"/>
          </ac:picMkLst>
        </pc:picChg>
        <pc:cxnChg chg="add mod">
          <ac:chgData name="Yuhong Zhong (POPULUS GROUP LLC)" userId="9533cc42-4cc2-4139-8b90-6c3782913546" providerId="ADAL" clId="{B9611EBC-B3E3-4FF6-932E-9CA6014A2E20}" dt="2025-02-11T02:09:08.060" v="2049" actId="1076"/>
          <ac:cxnSpMkLst>
            <pc:docMk/>
            <pc:sldMk cId="285107692" sldId="261"/>
            <ac:cxnSpMk id="6" creationId="{AE07876B-4800-8A4E-D51B-BA332118D61A}"/>
          </ac:cxnSpMkLst>
        </pc:cxnChg>
        <pc:cxnChg chg="add mod">
          <ac:chgData name="Yuhong Zhong (POPULUS GROUP LLC)" userId="9533cc42-4cc2-4139-8b90-6c3782913546" providerId="ADAL" clId="{B9611EBC-B3E3-4FF6-932E-9CA6014A2E20}" dt="2025-02-11T02:09:08.060" v="2049" actId="1076"/>
          <ac:cxnSpMkLst>
            <pc:docMk/>
            <pc:sldMk cId="285107692" sldId="261"/>
            <ac:cxnSpMk id="7" creationId="{B1439C6B-9163-074B-DBEA-CBAF18393035}"/>
          </ac:cxnSpMkLst>
        </pc:cxnChg>
      </pc:sldChg>
      <pc:sldChg chg="addSp delSp modSp new mod">
        <pc:chgData name="Yuhong Zhong (POPULUS GROUP LLC)" userId="9533cc42-4cc2-4139-8b90-6c3782913546" providerId="ADAL" clId="{B9611EBC-B3E3-4FF6-932E-9CA6014A2E20}" dt="2025-02-11T04:26:17.969" v="3472" actId="20577"/>
        <pc:sldMkLst>
          <pc:docMk/>
          <pc:sldMk cId="4194368358" sldId="262"/>
        </pc:sldMkLst>
        <pc:spChg chg="mod">
          <ac:chgData name="Yuhong Zhong (POPULUS GROUP LLC)" userId="9533cc42-4cc2-4139-8b90-6c3782913546" providerId="ADAL" clId="{B9611EBC-B3E3-4FF6-932E-9CA6014A2E20}" dt="2025-02-11T02:11:43.261" v="2228" actId="20577"/>
          <ac:spMkLst>
            <pc:docMk/>
            <pc:sldMk cId="4194368358" sldId="262"/>
            <ac:spMk id="2" creationId="{BEE19B80-A0C0-FB67-0009-C8D60F653B9A}"/>
          </ac:spMkLst>
        </pc:spChg>
        <pc:spChg chg="mod">
          <ac:chgData name="Yuhong Zhong (POPULUS GROUP LLC)" userId="9533cc42-4cc2-4139-8b90-6c3782913546" providerId="ADAL" clId="{B9611EBC-B3E3-4FF6-932E-9CA6014A2E20}" dt="2025-02-11T03:13:53.806" v="3190" actId="20577"/>
          <ac:spMkLst>
            <pc:docMk/>
            <pc:sldMk cId="4194368358" sldId="262"/>
            <ac:spMk id="3" creationId="{6255FBD2-59E3-578A-2682-F6EF89231337}"/>
          </ac:spMkLst>
        </pc:spChg>
        <pc:spChg chg="add mod">
          <ac:chgData name="Yuhong Zhong (POPULUS GROUP LLC)" userId="9533cc42-4cc2-4139-8b90-6c3782913546" providerId="ADAL" clId="{B9611EBC-B3E3-4FF6-932E-9CA6014A2E20}" dt="2025-02-11T02:19:10.435" v="2530" actId="1076"/>
          <ac:spMkLst>
            <pc:docMk/>
            <pc:sldMk cId="4194368358" sldId="262"/>
            <ac:spMk id="5" creationId="{4F36D646-C0F9-CEAA-8335-80F7C4BA6974}"/>
          </ac:spMkLst>
        </pc:spChg>
        <pc:spChg chg="add mod">
          <ac:chgData name="Yuhong Zhong (POPULUS GROUP LLC)" userId="9533cc42-4cc2-4139-8b90-6c3782913546" providerId="ADAL" clId="{B9611EBC-B3E3-4FF6-932E-9CA6014A2E20}" dt="2025-02-11T02:19:10.435" v="2530" actId="1076"/>
          <ac:spMkLst>
            <pc:docMk/>
            <pc:sldMk cId="4194368358" sldId="262"/>
            <ac:spMk id="6" creationId="{DB5131F1-2522-7BD2-99FA-6C5B6E7E43CE}"/>
          </ac:spMkLst>
        </pc:spChg>
        <pc:spChg chg="add mod">
          <ac:chgData name="Yuhong Zhong (POPULUS GROUP LLC)" userId="9533cc42-4cc2-4139-8b90-6c3782913546" providerId="ADAL" clId="{B9611EBC-B3E3-4FF6-932E-9CA6014A2E20}" dt="2025-02-11T02:19:10.435" v="2530" actId="1076"/>
          <ac:spMkLst>
            <pc:docMk/>
            <pc:sldMk cId="4194368358" sldId="262"/>
            <ac:spMk id="7" creationId="{530420AC-A87D-30DC-5C39-D5556D6D51A9}"/>
          </ac:spMkLst>
        </pc:spChg>
        <pc:spChg chg="add del mod">
          <ac:chgData name="Yuhong Zhong (POPULUS GROUP LLC)" userId="9533cc42-4cc2-4139-8b90-6c3782913546" providerId="ADAL" clId="{B9611EBC-B3E3-4FF6-932E-9CA6014A2E20}" dt="2025-02-11T02:19:39.173" v="2549" actId="113"/>
          <ac:spMkLst>
            <pc:docMk/>
            <pc:sldMk cId="4194368358" sldId="262"/>
            <ac:spMk id="8" creationId="{0544E5D7-6AB0-EA9D-B3C0-3ABB9EBAFFD7}"/>
          </ac:spMkLst>
        </pc:spChg>
        <pc:spChg chg="add del mod">
          <ac:chgData name="Yuhong Zhong (POPULUS GROUP LLC)" userId="9533cc42-4cc2-4139-8b90-6c3782913546" providerId="ADAL" clId="{B9611EBC-B3E3-4FF6-932E-9CA6014A2E20}" dt="2025-02-11T02:19:41.177" v="2550" actId="113"/>
          <ac:spMkLst>
            <pc:docMk/>
            <pc:sldMk cId="4194368358" sldId="262"/>
            <ac:spMk id="9" creationId="{00D42B0F-5415-638D-9856-9955F357C3F7}"/>
          </ac:spMkLst>
        </pc:spChg>
        <pc:spChg chg="add del mod">
          <ac:chgData name="Yuhong Zhong (POPULUS GROUP LLC)" userId="9533cc42-4cc2-4139-8b90-6c3782913546" providerId="ADAL" clId="{B9611EBC-B3E3-4FF6-932E-9CA6014A2E20}" dt="2025-02-11T02:19:43.136" v="2551" actId="113"/>
          <ac:spMkLst>
            <pc:docMk/>
            <pc:sldMk cId="4194368358" sldId="262"/>
            <ac:spMk id="10" creationId="{0A546E12-235C-A1B4-FB6D-E0784FAF7376}"/>
          </ac:spMkLst>
        </pc:spChg>
        <pc:spChg chg="add del mod">
          <ac:chgData name="Yuhong Zhong (POPULUS GROUP LLC)" userId="9533cc42-4cc2-4139-8b90-6c3782913546" providerId="ADAL" clId="{B9611EBC-B3E3-4FF6-932E-9CA6014A2E20}" dt="2025-02-11T02:19:44.908" v="2552" actId="113"/>
          <ac:spMkLst>
            <pc:docMk/>
            <pc:sldMk cId="4194368358" sldId="262"/>
            <ac:spMk id="12" creationId="{833B2F03-8C7B-BAB7-7D79-781D518ADA2C}"/>
          </ac:spMkLst>
        </pc:spChg>
        <pc:spChg chg="add mod">
          <ac:chgData name="Yuhong Zhong (POPULUS GROUP LLC)" userId="9533cc42-4cc2-4139-8b90-6c3782913546" providerId="ADAL" clId="{B9611EBC-B3E3-4FF6-932E-9CA6014A2E20}" dt="2025-02-11T02:21:05.800" v="2634" actId="20577"/>
          <ac:spMkLst>
            <pc:docMk/>
            <pc:sldMk cId="4194368358" sldId="262"/>
            <ac:spMk id="15" creationId="{1ED5BF18-1171-6543-20DA-113D1C6FF271}"/>
          </ac:spMkLst>
        </pc:spChg>
        <pc:spChg chg="add mod">
          <ac:chgData name="Yuhong Zhong (POPULUS GROUP LLC)" userId="9533cc42-4cc2-4139-8b90-6c3782913546" providerId="ADAL" clId="{B9611EBC-B3E3-4FF6-932E-9CA6014A2E20}" dt="2025-02-11T02:19:36.977" v="2548" actId="113"/>
          <ac:spMkLst>
            <pc:docMk/>
            <pc:sldMk cId="4194368358" sldId="262"/>
            <ac:spMk id="16" creationId="{922E2E40-5C9E-B0D2-A083-9621A3413E9B}"/>
          </ac:spMkLst>
        </pc:spChg>
        <pc:spChg chg="add mod">
          <ac:chgData name="Yuhong Zhong (POPULUS GROUP LLC)" userId="9533cc42-4cc2-4139-8b90-6c3782913546" providerId="ADAL" clId="{B9611EBC-B3E3-4FF6-932E-9CA6014A2E20}" dt="2025-02-11T04:25:06.642" v="3439" actId="1076"/>
          <ac:spMkLst>
            <pc:docMk/>
            <pc:sldMk cId="4194368358" sldId="262"/>
            <ac:spMk id="17" creationId="{6BBF38F7-1687-B489-358F-6C875B5972AB}"/>
          </ac:spMkLst>
        </pc:spChg>
        <pc:spChg chg="add mod">
          <ac:chgData name="Yuhong Zhong (POPULUS GROUP LLC)" userId="9533cc42-4cc2-4139-8b90-6c3782913546" providerId="ADAL" clId="{B9611EBC-B3E3-4FF6-932E-9CA6014A2E20}" dt="2025-02-11T04:25:58.568" v="3461" actId="1076"/>
          <ac:spMkLst>
            <pc:docMk/>
            <pc:sldMk cId="4194368358" sldId="262"/>
            <ac:spMk id="18" creationId="{F50535F3-7C17-CE03-C201-0386B41CA3C2}"/>
          </ac:spMkLst>
        </pc:spChg>
        <pc:spChg chg="add mod">
          <ac:chgData name="Yuhong Zhong (POPULUS GROUP LLC)" userId="9533cc42-4cc2-4139-8b90-6c3782913546" providerId="ADAL" clId="{B9611EBC-B3E3-4FF6-932E-9CA6014A2E20}" dt="2025-02-11T04:25:50.998" v="3459" actId="13822"/>
          <ac:spMkLst>
            <pc:docMk/>
            <pc:sldMk cId="4194368358" sldId="262"/>
            <ac:spMk id="21" creationId="{CB087454-A528-F109-1ED0-EBD82485A948}"/>
          </ac:spMkLst>
        </pc:spChg>
        <pc:spChg chg="add mod">
          <ac:chgData name="Yuhong Zhong (POPULUS GROUP LLC)" userId="9533cc42-4cc2-4139-8b90-6c3782913546" providerId="ADAL" clId="{B9611EBC-B3E3-4FF6-932E-9CA6014A2E20}" dt="2025-02-11T04:26:17.969" v="3472" actId="20577"/>
          <ac:spMkLst>
            <pc:docMk/>
            <pc:sldMk cId="4194368358" sldId="262"/>
            <ac:spMk id="22" creationId="{7BB1CFCB-1294-76E3-008B-D8C02C3643E0}"/>
          </ac:spMkLst>
        </pc:spChg>
        <pc:spChg chg="add mod">
          <ac:chgData name="Yuhong Zhong (POPULUS GROUP LLC)" userId="9533cc42-4cc2-4139-8b90-6c3782913546" providerId="ADAL" clId="{B9611EBC-B3E3-4FF6-932E-9CA6014A2E20}" dt="2025-02-11T04:26:07.392" v="3465" actId="1076"/>
          <ac:spMkLst>
            <pc:docMk/>
            <pc:sldMk cId="4194368358" sldId="262"/>
            <ac:spMk id="23" creationId="{8141070D-5766-55BE-A303-F9ED83D8E6FE}"/>
          </ac:spMkLst>
        </pc:spChg>
        <pc:spChg chg="add mod">
          <ac:chgData name="Yuhong Zhong (POPULUS GROUP LLC)" userId="9533cc42-4cc2-4139-8b90-6c3782913546" providerId="ADAL" clId="{B9611EBC-B3E3-4FF6-932E-9CA6014A2E20}" dt="2025-02-11T04:26:15.814" v="3470" actId="20577"/>
          <ac:spMkLst>
            <pc:docMk/>
            <pc:sldMk cId="4194368358" sldId="262"/>
            <ac:spMk id="26" creationId="{6257FBA3-2D91-7D68-2630-FBE48AE2998C}"/>
          </ac:spMkLst>
        </pc:spChg>
        <pc:spChg chg="add mod">
          <ac:chgData name="Yuhong Zhong (POPULUS GROUP LLC)" userId="9533cc42-4cc2-4139-8b90-6c3782913546" providerId="ADAL" clId="{B9611EBC-B3E3-4FF6-932E-9CA6014A2E20}" dt="2025-02-11T04:26:13.989" v="3468" actId="1076"/>
          <ac:spMkLst>
            <pc:docMk/>
            <pc:sldMk cId="4194368358" sldId="262"/>
            <ac:spMk id="27" creationId="{ABDE4455-26A7-4C01-2384-8548680E247C}"/>
          </ac:spMkLst>
        </pc:spChg>
        <pc:picChg chg="add mod">
          <ac:chgData name="Yuhong Zhong (POPULUS GROUP LLC)" userId="9533cc42-4cc2-4139-8b90-6c3782913546" providerId="ADAL" clId="{B9611EBC-B3E3-4FF6-932E-9CA6014A2E20}" dt="2025-02-11T02:19:10.435" v="2530" actId="1076"/>
          <ac:picMkLst>
            <pc:docMk/>
            <pc:sldMk cId="4194368358" sldId="262"/>
            <ac:picMk id="4" creationId="{DAF7C8C6-CAA2-0560-F7CD-E4B0564602DD}"/>
          </ac:picMkLst>
        </pc:picChg>
      </pc:sldChg>
      <pc:sldChg chg="addSp delSp modSp new mod ord">
        <pc:chgData name="Yuhong Zhong (POPULUS GROUP LLC)" userId="9533cc42-4cc2-4139-8b90-6c3782913546" providerId="ADAL" clId="{B9611EBC-B3E3-4FF6-932E-9CA6014A2E20}" dt="2025-02-11T18:35:26.081" v="3474"/>
        <pc:sldMkLst>
          <pc:docMk/>
          <pc:sldMk cId="3834559659" sldId="263"/>
        </pc:sldMkLst>
        <pc:spChg chg="mod">
          <ac:chgData name="Yuhong Zhong (POPULUS GROUP LLC)" userId="9533cc42-4cc2-4139-8b90-6c3782913546" providerId="ADAL" clId="{B9611EBC-B3E3-4FF6-932E-9CA6014A2E20}" dt="2025-02-11T03:22:10.373" v="3246" actId="20577"/>
          <ac:spMkLst>
            <pc:docMk/>
            <pc:sldMk cId="3834559659" sldId="263"/>
            <ac:spMk id="2" creationId="{D93B5B10-C179-DFBB-DEFC-8F975760E052}"/>
          </ac:spMkLst>
        </pc:spChg>
        <pc:picChg chg="add mod">
          <ac:chgData name="Yuhong Zhong (POPULUS GROUP LLC)" userId="9533cc42-4cc2-4139-8b90-6c3782913546" providerId="ADAL" clId="{B9611EBC-B3E3-4FF6-932E-9CA6014A2E20}" dt="2025-02-11T03:22:30.645" v="3254" actId="1076"/>
          <ac:picMkLst>
            <pc:docMk/>
            <pc:sldMk cId="3834559659" sldId="263"/>
            <ac:picMk id="5" creationId="{FDB7C81E-7B06-E720-1EC6-A81E080FF27B}"/>
          </ac:picMkLst>
        </pc:picChg>
      </pc:sldChg>
      <pc:sldChg chg="addSp delSp modSp add mod ord">
        <pc:chgData name="Yuhong Zhong (POPULUS GROUP LLC)" userId="9533cc42-4cc2-4139-8b90-6c3782913546" providerId="ADAL" clId="{B9611EBC-B3E3-4FF6-932E-9CA6014A2E20}" dt="2025-02-11T23:44:08.445" v="3753" actId="14100"/>
        <pc:sldMkLst>
          <pc:docMk/>
          <pc:sldMk cId="4243173448" sldId="264"/>
        </pc:sldMkLst>
        <pc:spChg chg="mod">
          <ac:chgData name="Yuhong Zhong (POPULUS GROUP LLC)" userId="9533cc42-4cc2-4139-8b90-6c3782913546" providerId="ADAL" clId="{B9611EBC-B3E3-4FF6-932E-9CA6014A2E20}" dt="2025-02-11T03:23:01.008" v="3284" actId="20577"/>
          <ac:spMkLst>
            <pc:docMk/>
            <pc:sldMk cId="4243173448" sldId="264"/>
            <ac:spMk id="2" creationId="{62CFDF5A-AAA0-273D-4F37-50852E0B23FE}"/>
          </ac:spMkLst>
        </pc:spChg>
        <pc:spChg chg="add mod">
          <ac:chgData name="Yuhong Zhong (POPULUS GROUP LLC)" userId="9533cc42-4cc2-4139-8b90-6c3782913546" providerId="ADAL" clId="{B9611EBC-B3E3-4FF6-932E-9CA6014A2E20}" dt="2025-02-11T03:23:29.161" v="3330" actId="1076"/>
          <ac:spMkLst>
            <pc:docMk/>
            <pc:sldMk cId="4243173448" sldId="264"/>
            <ac:spMk id="6" creationId="{4A763C72-B7FC-A7A8-24FE-0B849B1A2BF3}"/>
          </ac:spMkLst>
        </pc:spChg>
        <pc:picChg chg="add mod">
          <ac:chgData name="Yuhong Zhong (POPULUS GROUP LLC)" userId="9533cc42-4cc2-4139-8b90-6c3782913546" providerId="ADAL" clId="{B9611EBC-B3E3-4FF6-932E-9CA6014A2E20}" dt="2025-02-11T23:44:08.445" v="3753" actId="14100"/>
          <ac:picMkLst>
            <pc:docMk/>
            <pc:sldMk cId="4243173448" sldId="264"/>
            <ac:picMk id="5" creationId="{8B0A1C68-5D9E-D0C0-1F9A-F9B1E5C48AC6}"/>
          </ac:picMkLst>
        </pc:picChg>
      </pc:sldChg>
      <pc:sldChg chg="addSp delSp modSp new mod">
        <pc:chgData name="Yuhong Zhong (POPULUS GROUP LLC)" userId="9533cc42-4cc2-4139-8b90-6c3782913546" providerId="ADAL" clId="{B9611EBC-B3E3-4FF6-932E-9CA6014A2E20}" dt="2025-02-11T04:18:52.873" v="3436" actId="1076"/>
        <pc:sldMkLst>
          <pc:docMk/>
          <pc:sldMk cId="3543914682" sldId="265"/>
        </pc:sldMkLst>
        <pc:spChg chg="mod">
          <ac:chgData name="Yuhong Zhong (POPULUS GROUP LLC)" userId="9533cc42-4cc2-4139-8b90-6c3782913546" providerId="ADAL" clId="{B9611EBC-B3E3-4FF6-932E-9CA6014A2E20}" dt="2025-02-11T04:17:06.347" v="3380" actId="20577"/>
          <ac:spMkLst>
            <pc:docMk/>
            <pc:sldMk cId="3543914682" sldId="265"/>
            <ac:spMk id="2" creationId="{5089163E-193B-9CEC-AC85-B75C3C0042BB}"/>
          </ac:spMkLst>
        </pc:spChg>
        <pc:spChg chg="add mod">
          <ac:chgData name="Yuhong Zhong (POPULUS GROUP LLC)" userId="9533cc42-4cc2-4139-8b90-6c3782913546" providerId="ADAL" clId="{B9611EBC-B3E3-4FF6-932E-9CA6014A2E20}" dt="2025-02-11T04:18:39.188" v="3427" actId="1076"/>
          <ac:spMkLst>
            <pc:docMk/>
            <pc:sldMk cId="3543914682" sldId="265"/>
            <ac:spMk id="16" creationId="{CA5DE20D-7720-861F-BA65-FE891299A0D9}"/>
          </ac:spMkLst>
        </pc:spChg>
        <pc:spChg chg="add mod">
          <ac:chgData name="Yuhong Zhong (POPULUS GROUP LLC)" userId="9533cc42-4cc2-4139-8b90-6c3782913546" providerId="ADAL" clId="{B9611EBC-B3E3-4FF6-932E-9CA6014A2E20}" dt="2025-02-11T04:18:43.859" v="3431" actId="20577"/>
          <ac:spMkLst>
            <pc:docMk/>
            <pc:sldMk cId="3543914682" sldId="265"/>
            <ac:spMk id="17" creationId="{89A7C351-EB5A-49E1-583A-928FE34548A6}"/>
          </ac:spMkLst>
        </pc:spChg>
        <pc:spChg chg="add mod">
          <ac:chgData name="Yuhong Zhong (POPULUS GROUP LLC)" userId="9533cc42-4cc2-4139-8b90-6c3782913546" providerId="ADAL" clId="{B9611EBC-B3E3-4FF6-932E-9CA6014A2E20}" dt="2025-02-11T04:18:52.873" v="3436" actId="1076"/>
          <ac:spMkLst>
            <pc:docMk/>
            <pc:sldMk cId="3543914682" sldId="265"/>
            <ac:spMk id="18" creationId="{851EDBBD-C59C-78A8-4D2C-60922DFA23DC}"/>
          </ac:spMkLst>
        </pc:spChg>
        <pc:picChg chg="add mod">
          <ac:chgData name="Yuhong Zhong (POPULUS GROUP LLC)" userId="9533cc42-4cc2-4139-8b90-6c3782913546" providerId="ADAL" clId="{B9611EBC-B3E3-4FF6-932E-9CA6014A2E20}" dt="2025-02-11T04:17:44.171" v="3388" actId="1076"/>
          <ac:picMkLst>
            <pc:docMk/>
            <pc:sldMk cId="3543914682" sldId="265"/>
            <ac:picMk id="11" creationId="{CB6B75A3-BEAB-718B-FBE0-5715DAEC486C}"/>
          </ac:picMkLst>
        </pc:picChg>
        <pc:picChg chg="add mod">
          <ac:chgData name="Yuhong Zhong (POPULUS GROUP LLC)" userId="9533cc42-4cc2-4139-8b90-6c3782913546" providerId="ADAL" clId="{B9611EBC-B3E3-4FF6-932E-9CA6014A2E20}" dt="2025-02-11T04:18:19.710" v="3399" actId="1076"/>
          <ac:picMkLst>
            <pc:docMk/>
            <pc:sldMk cId="3543914682" sldId="265"/>
            <ac:picMk id="13" creationId="{E64D60A7-A445-9BBE-E11D-9E1A4C48135B}"/>
          </ac:picMkLst>
        </pc:picChg>
        <pc:picChg chg="add mod">
          <ac:chgData name="Yuhong Zhong (POPULUS GROUP LLC)" userId="9533cc42-4cc2-4139-8b90-6c3782913546" providerId="ADAL" clId="{B9611EBC-B3E3-4FF6-932E-9CA6014A2E20}" dt="2025-02-11T04:18:24.988" v="3401" actId="14100"/>
          <ac:picMkLst>
            <pc:docMk/>
            <pc:sldMk cId="3543914682" sldId="265"/>
            <ac:picMk id="15" creationId="{25AA4D0A-71C0-15DE-B4EE-04D29EDA7F83}"/>
          </ac:picMkLst>
        </pc:picChg>
      </pc:sldChg>
      <pc:sldChg chg="addSp delSp modSp new mod">
        <pc:chgData name="Yuhong Zhong (POPULUS GROUP LLC)" userId="9533cc42-4cc2-4139-8b90-6c3782913546" providerId="ADAL" clId="{B9611EBC-B3E3-4FF6-932E-9CA6014A2E20}" dt="2025-02-11T19:18:26.546" v="3690" actId="478"/>
        <pc:sldMkLst>
          <pc:docMk/>
          <pc:sldMk cId="1423770389" sldId="266"/>
        </pc:sldMkLst>
        <pc:spChg chg="mod">
          <ac:chgData name="Yuhong Zhong (POPULUS GROUP LLC)" userId="9533cc42-4cc2-4139-8b90-6c3782913546" providerId="ADAL" clId="{B9611EBC-B3E3-4FF6-932E-9CA6014A2E20}" dt="2025-02-11T18:36:12.920" v="3502" actId="20577"/>
          <ac:spMkLst>
            <pc:docMk/>
            <pc:sldMk cId="1423770389" sldId="266"/>
            <ac:spMk id="2" creationId="{9D7EF0B0-CCD2-6082-3F2F-AB64B2B21CD7}"/>
          </ac:spMkLst>
        </pc:spChg>
        <pc:spChg chg="mod">
          <ac:chgData name="Yuhong Zhong (POPULUS GROUP LLC)" userId="9533cc42-4cc2-4139-8b90-6c3782913546" providerId="ADAL" clId="{B9611EBC-B3E3-4FF6-932E-9CA6014A2E20}" dt="2025-02-11T18:36:37.558" v="3566" actId="14100"/>
          <ac:spMkLst>
            <pc:docMk/>
            <pc:sldMk cId="1423770389" sldId="266"/>
            <ac:spMk id="3" creationId="{D2A9B22A-CCBA-03FF-EDE0-3FEF3F81CBBF}"/>
          </ac:spMkLst>
        </pc:spChg>
      </pc:sldChg>
      <pc:sldChg chg="modSp mod">
        <pc:chgData name="Yuhong Zhong (POPULUS GROUP LLC)" userId="9533cc42-4cc2-4139-8b90-6c3782913546" providerId="ADAL" clId="{B9611EBC-B3E3-4FF6-932E-9CA6014A2E20}" dt="2025-02-11T20:53:48.920" v="3750" actId="404"/>
        <pc:sldMkLst>
          <pc:docMk/>
          <pc:sldMk cId="233869202" sldId="267"/>
        </pc:sldMkLst>
        <pc:spChg chg="mod">
          <ac:chgData name="Yuhong Zhong (POPULUS GROUP LLC)" userId="9533cc42-4cc2-4139-8b90-6c3782913546" providerId="ADAL" clId="{B9611EBC-B3E3-4FF6-932E-9CA6014A2E20}" dt="2025-02-11T20:53:48.920" v="3750" actId="404"/>
          <ac:spMkLst>
            <pc:docMk/>
            <pc:sldMk cId="233869202" sldId="267"/>
            <ac:spMk id="3" creationId="{28789A01-39F4-7CC2-737A-2A852D7D711C}"/>
          </ac:spMkLst>
        </pc:spChg>
      </pc:sldChg>
      <pc:sldChg chg="modSp new del mod">
        <pc:chgData name="Yuhong Zhong (POPULUS GROUP LLC)" userId="9533cc42-4cc2-4139-8b90-6c3782913546" providerId="ADAL" clId="{B9611EBC-B3E3-4FF6-932E-9CA6014A2E20}" dt="2025-02-11T19:07:18.778" v="3688" actId="47"/>
        <pc:sldMkLst>
          <pc:docMk/>
          <pc:sldMk cId="565654424" sldId="268"/>
        </pc:sldMkLst>
      </pc:sldChg>
      <pc:sldChg chg="modSp new mod">
        <pc:chgData name="Yuhong Zhong (POPULUS GROUP LLC)" userId="9533cc42-4cc2-4139-8b90-6c3782913546" providerId="ADAL" clId="{B9611EBC-B3E3-4FF6-932E-9CA6014A2E20}" dt="2025-02-18T03:27:29.418" v="4622" actId="20577"/>
        <pc:sldMkLst>
          <pc:docMk/>
          <pc:sldMk cId="2737463547" sldId="268"/>
        </pc:sldMkLst>
        <pc:spChg chg="mod">
          <ac:chgData name="Yuhong Zhong (POPULUS GROUP LLC)" userId="9533cc42-4cc2-4139-8b90-6c3782913546" providerId="ADAL" clId="{B9611EBC-B3E3-4FF6-932E-9CA6014A2E20}" dt="2025-02-14T19:13:27.141" v="4184"/>
          <ac:spMkLst>
            <pc:docMk/>
            <pc:sldMk cId="2737463547" sldId="268"/>
            <ac:spMk id="2" creationId="{2227FF5E-0E91-79A9-E0A2-635A8B40B785}"/>
          </ac:spMkLst>
        </pc:spChg>
        <pc:spChg chg="mod">
          <ac:chgData name="Yuhong Zhong (POPULUS GROUP LLC)" userId="9533cc42-4cc2-4139-8b90-6c3782913546" providerId="ADAL" clId="{B9611EBC-B3E3-4FF6-932E-9CA6014A2E20}" dt="2025-02-18T03:27:29.418" v="4622" actId="20577"/>
          <ac:spMkLst>
            <pc:docMk/>
            <pc:sldMk cId="2737463547" sldId="268"/>
            <ac:spMk id="3" creationId="{A19A37EC-99BB-607E-E35E-ECD6FAD0D21F}"/>
          </ac:spMkLst>
        </pc:spChg>
      </pc:sldChg>
      <pc:sldChg chg="addSp delSp modSp new mod">
        <pc:chgData name="Yuhong Zhong (POPULUS GROUP LLC)" userId="9533cc42-4cc2-4139-8b90-6c3782913546" providerId="ADAL" clId="{B9611EBC-B3E3-4FF6-932E-9CA6014A2E20}" dt="2025-02-17T23:00:20.116" v="4571" actId="1076"/>
        <pc:sldMkLst>
          <pc:docMk/>
          <pc:sldMk cId="3138523018" sldId="269"/>
        </pc:sldMkLst>
        <pc:spChg chg="mod">
          <ac:chgData name="Yuhong Zhong (POPULUS GROUP LLC)" userId="9533cc42-4cc2-4139-8b90-6c3782913546" providerId="ADAL" clId="{B9611EBC-B3E3-4FF6-932E-9CA6014A2E20}" dt="2025-02-14T19:09:58.222" v="4023"/>
          <ac:spMkLst>
            <pc:docMk/>
            <pc:sldMk cId="3138523018" sldId="269"/>
            <ac:spMk id="2" creationId="{6BA55DC8-E7C0-F665-BA4A-BC45A3C565C8}"/>
          </ac:spMkLst>
        </pc:spChg>
        <pc:spChg chg="add mod">
          <ac:chgData name="Yuhong Zhong (POPULUS GROUP LLC)" userId="9533cc42-4cc2-4139-8b90-6c3782913546" providerId="ADAL" clId="{B9611EBC-B3E3-4FF6-932E-9CA6014A2E20}" dt="2025-02-17T22:58:33.643" v="4530" actId="1076"/>
          <ac:spMkLst>
            <pc:docMk/>
            <pc:sldMk cId="3138523018" sldId="269"/>
            <ac:spMk id="5" creationId="{0F921553-A679-ECFB-4C07-2DDB82FFD2C6}"/>
          </ac:spMkLst>
        </pc:spChg>
        <pc:spChg chg="add mod">
          <ac:chgData name="Yuhong Zhong (POPULUS GROUP LLC)" userId="9533cc42-4cc2-4139-8b90-6c3782913546" providerId="ADAL" clId="{B9611EBC-B3E3-4FF6-932E-9CA6014A2E20}" dt="2025-02-14T19:13:00.243" v="4120" actId="1076"/>
          <ac:spMkLst>
            <pc:docMk/>
            <pc:sldMk cId="3138523018" sldId="269"/>
            <ac:spMk id="7" creationId="{083E4120-7452-63C6-CACD-3D818211965B}"/>
          </ac:spMkLst>
        </pc:spChg>
        <pc:spChg chg="add mod">
          <ac:chgData name="Yuhong Zhong (POPULUS GROUP LLC)" userId="9533cc42-4cc2-4139-8b90-6c3782913546" providerId="ADAL" clId="{B9611EBC-B3E3-4FF6-932E-9CA6014A2E20}" dt="2025-02-14T19:13:00.243" v="4120" actId="1076"/>
          <ac:spMkLst>
            <pc:docMk/>
            <pc:sldMk cId="3138523018" sldId="269"/>
            <ac:spMk id="35" creationId="{5E54242E-AC11-A8A7-7FCE-D0C608858E0E}"/>
          </ac:spMkLst>
        </pc:spChg>
        <pc:spChg chg="add mod">
          <ac:chgData name="Yuhong Zhong (POPULUS GROUP LLC)" userId="9533cc42-4cc2-4139-8b90-6c3782913546" providerId="ADAL" clId="{B9611EBC-B3E3-4FF6-932E-9CA6014A2E20}" dt="2025-02-14T19:13:00.243" v="4120" actId="1076"/>
          <ac:spMkLst>
            <pc:docMk/>
            <pc:sldMk cId="3138523018" sldId="269"/>
            <ac:spMk id="36" creationId="{E4EB9DE9-C91E-1B96-325B-973F6953C3B6}"/>
          </ac:spMkLst>
        </pc:spChg>
        <pc:spChg chg="add mod">
          <ac:chgData name="Yuhong Zhong (POPULUS GROUP LLC)" userId="9533cc42-4cc2-4139-8b90-6c3782913546" providerId="ADAL" clId="{B9611EBC-B3E3-4FF6-932E-9CA6014A2E20}" dt="2025-02-14T19:13:00.243" v="4120" actId="1076"/>
          <ac:spMkLst>
            <pc:docMk/>
            <pc:sldMk cId="3138523018" sldId="269"/>
            <ac:spMk id="37" creationId="{E82772B2-9E68-451B-BD27-665667207878}"/>
          </ac:spMkLst>
        </pc:spChg>
        <pc:spChg chg="add mod">
          <ac:chgData name="Yuhong Zhong (POPULUS GROUP LLC)" userId="9533cc42-4cc2-4139-8b90-6c3782913546" providerId="ADAL" clId="{B9611EBC-B3E3-4FF6-932E-9CA6014A2E20}" dt="2025-02-17T20:44:16.665" v="4352" actId="20577"/>
          <ac:spMkLst>
            <pc:docMk/>
            <pc:sldMk cId="3138523018" sldId="269"/>
            <ac:spMk id="38" creationId="{F625E6FD-6400-B8E1-B97B-212771DED40C}"/>
          </ac:spMkLst>
        </pc:spChg>
        <pc:spChg chg="add mod">
          <ac:chgData name="Yuhong Zhong (POPULUS GROUP LLC)" userId="9533cc42-4cc2-4139-8b90-6c3782913546" providerId="ADAL" clId="{B9611EBC-B3E3-4FF6-932E-9CA6014A2E20}" dt="2025-02-17T22:59:38.465" v="4554" actId="688"/>
          <ac:spMkLst>
            <pc:docMk/>
            <pc:sldMk cId="3138523018" sldId="269"/>
            <ac:spMk id="40" creationId="{FF8F771B-8A26-7BBE-5254-5D5F66C7AAAA}"/>
          </ac:spMkLst>
        </pc:spChg>
        <pc:spChg chg="add mod">
          <ac:chgData name="Yuhong Zhong (POPULUS GROUP LLC)" userId="9533cc42-4cc2-4139-8b90-6c3782913546" providerId="ADAL" clId="{B9611EBC-B3E3-4FF6-932E-9CA6014A2E20}" dt="2025-02-17T22:58:46.015" v="4537" actId="1076"/>
          <ac:spMkLst>
            <pc:docMk/>
            <pc:sldMk cId="3138523018" sldId="269"/>
            <ac:spMk id="42" creationId="{DD3C0763-8320-9A98-3101-4F34B31B1037}"/>
          </ac:spMkLst>
        </pc:spChg>
        <pc:spChg chg="add mod">
          <ac:chgData name="Yuhong Zhong (POPULUS GROUP LLC)" userId="9533cc42-4cc2-4139-8b90-6c3782913546" providerId="ADAL" clId="{B9611EBC-B3E3-4FF6-932E-9CA6014A2E20}" dt="2025-02-17T22:58:50.316" v="4539" actId="1076"/>
          <ac:spMkLst>
            <pc:docMk/>
            <pc:sldMk cId="3138523018" sldId="269"/>
            <ac:spMk id="44" creationId="{7178A0AE-B035-3DA5-C15C-23B9552AFC10}"/>
          </ac:spMkLst>
        </pc:spChg>
        <pc:spChg chg="add mod">
          <ac:chgData name="Yuhong Zhong (POPULUS GROUP LLC)" userId="9533cc42-4cc2-4139-8b90-6c3782913546" providerId="ADAL" clId="{B9611EBC-B3E3-4FF6-932E-9CA6014A2E20}" dt="2025-02-17T22:58:53.527" v="4541" actId="1076"/>
          <ac:spMkLst>
            <pc:docMk/>
            <pc:sldMk cId="3138523018" sldId="269"/>
            <ac:spMk id="46" creationId="{A06BC5D5-CA86-85FB-ABD0-0094A1705DFA}"/>
          </ac:spMkLst>
        </pc:spChg>
        <pc:spChg chg="add mod">
          <ac:chgData name="Yuhong Zhong (POPULUS GROUP LLC)" userId="9533cc42-4cc2-4139-8b90-6c3782913546" providerId="ADAL" clId="{B9611EBC-B3E3-4FF6-932E-9CA6014A2E20}" dt="2025-02-17T22:58:56.820" v="4543" actId="1076"/>
          <ac:spMkLst>
            <pc:docMk/>
            <pc:sldMk cId="3138523018" sldId="269"/>
            <ac:spMk id="48" creationId="{B74B49C6-4A72-4085-E658-436D99D69AD1}"/>
          </ac:spMkLst>
        </pc:spChg>
        <pc:spChg chg="add mod">
          <ac:chgData name="Yuhong Zhong (POPULUS GROUP LLC)" userId="9533cc42-4cc2-4139-8b90-6c3782913546" providerId="ADAL" clId="{B9611EBC-B3E3-4FF6-932E-9CA6014A2E20}" dt="2025-02-17T22:59:01.606" v="4545" actId="1076"/>
          <ac:spMkLst>
            <pc:docMk/>
            <pc:sldMk cId="3138523018" sldId="269"/>
            <ac:spMk id="50" creationId="{E2259E24-0FF7-8FDE-9B4C-A1EC330826B5}"/>
          </ac:spMkLst>
        </pc:spChg>
        <pc:spChg chg="add mod">
          <ac:chgData name="Yuhong Zhong (POPULUS GROUP LLC)" userId="9533cc42-4cc2-4139-8b90-6c3782913546" providerId="ADAL" clId="{B9611EBC-B3E3-4FF6-932E-9CA6014A2E20}" dt="2025-02-17T22:59:05.822" v="4547" actId="1076"/>
          <ac:spMkLst>
            <pc:docMk/>
            <pc:sldMk cId="3138523018" sldId="269"/>
            <ac:spMk id="52" creationId="{C3CE9643-5864-0E4C-981A-E328629CDE98}"/>
          </ac:spMkLst>
        </pc:spChg>
        <pc:spChg chg="add mod">
          <ac:chgData name="Yuhong Zhong (POPULUS GROUP LLC)" userId="9533cc42-4cc2-4139-8b90-6c3782913546" providerId="ADAL" clId="{B9611EBC-B3E3-4FF6-932E-9CA6014A2E20}" dt="2025-02-17T22:59:22.304" v="4552" actId="1076"/>
          <ac:spMkLst>
            <pc:docMk/>
            <pc:sldMk cId="3138523018" sldId="269"/>
            <ac:spMk id="54" creationId="{62F82E10-1739-EBD2-6486-EE86259B5E9A}"/>
          </ac:spMkLst>
        </pc:spChg>
        <pc:spChg chg="add mod">
          <ac:chgData name="Yuhong Zhong (POPULUS GROUP LLC)" userId="9533cc42-4cc2-4139-8b90-6c3782913546" providerId="ADAL" clId="{B9611EBC-B3E3-4FF6-932E-9CA6014A2E20}" dt="2025-02-17T22:59:14.939" v="4551" actId="1076"/>
          <ac:spMkLst>
            <pc:docMk/>
            <pc:sldMk cId="3138523018" sldId="269"/>
            <ac:spMk id="56" creationId="{7F6EA3B5-1013-57F2-011D-C6FF486A5769}"/>
          </ac:spMkLst>
        </pc:spChg>
        <pc:spChg chg="add mod">
          <ac:chgData name="Yuhong Zhong (POPULUS GROUP LLC)" userId="9533cc42-4cc2-4139-8b90-6c3782913546" providerId="ADAL" clId="{B9611EBC-B3E3-4FF6-932E-9CA6014A2E20}" dt="2025-02-17T23:00:10.112" v="4568" actId="207"/>
          <ac:spMkLst>
            <pc:docMk/>
            <pc:sldMk cId="3138523018" sldId="269"/>
            <ac:spMk id="59" creationId="{A03F5C81-E2A3-B8E4-4F2E-52E0CC92461F}"/>
          </ac:spMkLst>
        </pc:spChg>
        <pc:spChg chg="add mod">
          <ac:chgData name="Yuhong Zhong (POPULUS GROUP LLC)" userId="9533cc42-4cc2-4139-8b90-6c3782913546" providerId="ADAL" clId="{B9611EBC-B3E3-4FF6-932E-9CA6014A2E20}" dt="2025-02-17T23:00:20.116" v="4571" actId="1076"/>
          <ac:spMkLst>
            <pc:docMk/>
            <pc:sldMk cId="3138523018" sldId="269"/>
            <ac:spMk id="61" creationId="{A6EE4E21-181C-5771-508D-BEE568691154}"/>
          </ac:spMkLst>
        </pc:spChg>
        <pc:grpChg chg="add mod">
          <ac:chgData name="Yuhong Zhong (POPULUS GROUP LLC)" userId="9533cc42-4cc2-4139-8b90-6c3782913546" providerId="ADAL" clId="{B9611EBC-B3E3-4FF6-932E-9CA6014A2E20}" dt="2025-02-14T19:12:21.489" v="4086" actId="1076"/>
          <ac:grpSpMkLst>
            <pc:docMk/>
            <pc:sldMk cId="3138523018" sldId="269"/>
            <ac:grpSpMk id="26" creationId="{94476AC4-6A32-FB66-F06B-7BAE75AF45F1}"/>
          </ac:grpSpMkLst>
        </pc:grpChg>
        <pc:grpChg chg="add mod">
          <ac:chgData name="Yuhong Zhong (POPULUS GROUP LLC)" userId="9533cc42-4cc2-4139-8b90-6c3782913546" providerId="ADAL" clId="{B9611EBC-B3E3-4FF6-932E-9CA6014A2E20}" dt="2025-02-14T19:12:26.517" v="4088" actId="1076"/>
          <ac:grpSpMkLst>
            <pc:docMk/>
            <pc:sldMk cId="3138523018" sldId="269"/>
            <ac:grpSpMk id="27" creationId="{90C23093-4AA3-2421-CA60-D21643400590}"/>
          </ac:grpSpMkLst>
        </pc:grpChg>
        <pc:grpChg chg="add mod">
          <ac:chgData name="Yuhong Zhong (POPULUS GROUP LLC)" userId="9533cc42-4cc2-4139-8b90-6c3782913546" providerId="ADAL" clId="{B9611EBC-B3E3-4FF6-932E-9CA6014A2E20}" dt="2025-02-14T19:12:30.006" v="4090" actId="1076"/>
          <ac:grpSpMkLst>
            <pc:docMk/>
            <pc:sldMk cId="3138523018" sldId="269"/>
            <ac:grpSpMk id="31" creationId="{87DDCB29-CE88-380D-0B55-438332560415}"/>
          </ac:grpSpMkLst>
        </pc:grpChg>
        <pc:cxnChg chg="add mod">
          <ac:chgData name="Yuhong Zhong (POPULUS GROUP LLC)" userId="9533cc42-4cc2-4139-8b90-6c3782913546" providerId="ADAL" clId="{B9611EBC-B3E3-4FF6-932E-9CA6014A2E20}" dt="2025-02-17T22:58:33.643" v="4530" actId="1076"/>
          <ac:cxnSpMkLst>
            <pc:docMk/>
            <pc:sldMk cId="3138523018" sldId="269"/>
            <ac:cxnSpMk id="4" creationId="{EDEEB5B1-9A47-6453-1843-986548F48A59}"/>
          </ac:cxnSpMkLst>
        </pc:cxnChg>
        <pc:cxnChg chg="add mod">
          <ac:chgData name="Yuhong Zhong (POPULUS GROUP LLC)" userId="9533cc42-4cc2-4139-8b90-6c3782913546" providerId="ADAL" clId="{B9611EBC-B3E3-4FF6-932E-9CA6014A2E20}" dt="2025-02-14T19:10:26.358" v="4033"/>
          <ac:cxnSpMkLst>
            <pc:docMk/>
            <pc:sldMk cId="3138523018" sldId="269"/>
            <ac:cxnSpMk id="6" creationId="{715504E7-A250-6B74-F270-382265C01F39}"/>
          </ac:cxnSpMkLst>
        </pc:cxnChg>
        <pc:cxnChg chg="add">
          <ac:chgData name="Yuhong Zhong (POPULUS GROUP LLC)" userId="9533cc42-4cc2-4139-8b90-6c3782913546" providerId="ADAL" clId="{B9611EBC-B3E3-4FF6-932E-9CA6014A2E20}" dt="2025-02-14T19:11:58.730" v="4078" actId="11529"/>
          <ac:cxnSpMkLst>
            <pc:docMk/>
            <pc:sldMk cId="3138523018" sldId="269"/>
            <ac:cxnSpMk id="20" creationId="{6802618D-A546-6181-B120-43BEE39C411C}"/>
          </ac:cxnSpMkLst>
        </pc:cxnChg>
        <pc:cxnChg chg="add mod">
          <ac:chgData name="Yuhong Zhong (POPULUS GROUP LLC)" userId="9533cc42-4cc2-4139-8b90-6c3782913546" providerId="ADAL" clId="{B9611EBC-B3E3-4FF6-932E-9CA6014A2E20}" dt="2025-02-14T19:12:02.317" v="4080" actId="1076"/>
          <ac:cxnSpMkLst>
            <pc:docMk/>
            <pc:sldMk cId="3138523018" sldId="269"/>
            <ac:cxnSpMk id="21" creationId="{C4D2A9FE-84EE-6B16-EF0F-3E6D407E59F3}"/>
          </ac:cxnSpMkLst>
        </pc:cxnChg>
        <pc:cxnChg chg="add mod">
          <ac:chgData name="Yuhong Zhong (POPULUS GROUP LLC)" userId="9533cc42-4cc2-4139-8b90-6c3782913546" providerId="ADAL" clId="{B9611EBC-B3E3-4FF6-932E-9CA6014A2E20}" dt="2025-02-14T19:12:12.461" v="4084" actId="14100"/>
          <ac:cxnSpMkLst>
            <pc:docMk/>
            <pc:sldMk cId="3138523018" sldId="269"/>
            <ac:cxnSpMk id="22" creationId="{028A4F79-2059-20BD-5C16-301A2ACB5371}"/>
          </ac:cxnSpMkLst>
        </pc:cxnChg>
        <pc:cxnChg chg="mod">
          <ac:chgData name="Yuhong Zhong (POPULUS GROUP LLC)" userId="9533cc42-4cc2-4139-8b90-6c3782913546" providerId="ADAL" clId="{B9611EBC-B3E3-4FF6-932E-9CA6014A2E20}" dt="2025-02-14T19:12:22.437" v="4087"/>
          <ac:cxnSpMkLst>
            <pc:docMk/>
            <pc:sldMk cId="3138523018" sldId="269"/>
            <ac:cxnSpMk id="28" creationId="{2564A163-91DC-6925-281A-25942AE05B17}"/>
          </ac:cxnSpMkLst>
        </pc:cxnChg>
        <pc:cxnChg chg="mod">
          <ac:chgData name="Yuhong Zhong (POPULUS GROUP LLC)" userId="9533cc42-4cc2-4139-8b90-6c3782913546" providerId="ADAL" clId="{B9611EBC-B3E3-4FF6-932E-9CA6014A2E20}" dt="2025-02-14T19:12:22.437" v="4087"/>
          <ac:cxnSpMkLst>
            <pc:docMk/>
            <pc:sldMk cId="3138523018" sldId="269"/>
            <ac:cxnSpMk id="29" creationId="{1E08F87C-C1BA-BD8C-6432-84F40BBA833C}"/>
          </ac:cxnSpMkLst>
        </pc:cxnChg>
        <pc:cxnChg chg="mod">
          <ac:chgData name="Yuhong Zhong (POPULUS GROUP LLC)" userId="9533cc42-4cc2-4139-8b90-6c3782913546" providerId="ADAL" clId="{B9611EBC-B3E3-4FF6-932E-9CA6014A2E20}" dt="2025-02-14T19:12:22.437" v="4087"/>
          <ac:cxnSpMkLst>
            <pc:docMk/>
            <pc:sldMk cId="3138523018" sldId="269"/>
            <ac:cxnSpMk id="30" creationId="{F4DDD5FA-37A6-22DA-A6B1-4C2DCE20E41D}"/>
          </ac:cxnSpMkLst>
        </pc:cxnChg>
        <pc:cxnChg chg="mod">
          <ac:chgData name="Yuhong Zhong (POPULUS GROUP LLC)" userId="9533cc42-4cc2-4139-8b90-6c3782913546" providerId="ADAL" clId="{B9611EBC-B3E3-4FF6-932E-9CA6014A2E20}" dt="2025-02-14T19:12:26.749" v="4089"/>
          <ac:cxnSpMkLst>
            <pc:docMk/>
            <pc:sldMk cId="3138523018" sldId="269"/>
            <ac:cxnSpMk id="32" creationId="{94D5FA30-9CD1-CAE0-36E3-8110D7EA4DC9}"/>
          </ac:cxnSpMkLst>
        </pc:cxnChg>
        <pc:cxnChg chg="mod">
          <ac:chgData name="Yuhong Zhong (POPULUS GROUP LLC)" userId="9533cc42-4cc2-4139-8b90-6c3782913546" providerId="ADAL" clId="{B9611EBC-B3E3-4FF6-932E-9CA6014A2E20}" dt="2025-02-14T19:12:26.749" v="4089"/>
          <ac:cxnSpMkLst>
            <pc:docMk/>
            <pc:sldMk cId="3138523018" sldId="269"/>
            <ac:cxnSpMk id="33" creationId="{B24C38CC-ABDF-D76C-0405-4CFBF236A207}"/>
          </ac:cxnSpMkLst>
        </pc:cxnChg>
        <pc:cxnChg chg="mod">
          <ac:chgData name="Yuhong Zhong (POPULUS GROUP LLC)" userId="9533cc42-4cc2-4139-8b90-6c3782913546" providerId="ADAL" clId="{B9611EBC-B3E3-4FF6-932E-9CA6014A2E20}" dt="2025-02-14T19:12:26.749" v="4089"/>
          <ac:cxnSpMkLst>
            <pc:docMk/>
            <pc:sldMk cId="3138523018" sldId="269"/>
            <ac:cxnSpMk id="34" creationId="{63D03593-719E-3FDC-F0BA-63FA6AE8D8F9}"/>
          </ac:cxnSpMkLst>
        </pc:cxnChg>
        <pc:cxnChg chg="add mod">
          <ac:chgData name="Yuhong Zhong (POPULUS GROUP LLC)" userId="9533cc42-4cc2-4139-8b90-6c3782913546" providerId="ADAL" clId="{B9611EBC-B3E3-4FF6-932E-9CA6014A2E20}" dt="2025-02-17T22:59:38.465" v="4554" actId="688"/>
          <ac:cxnSpMkLst>
            <pc:docMk/>
            <pc:sldMk cId="3138523018" sldId="269"/>
            <ac:cxnSpMk id="39" creationId="{53D97562-EF3F-4AB1-89B1-5186E17A886F}"/>
          </ac:cxnSpMkLst>
        </pc:cxnChg>
        <pc:cxnChg chg="add mod">
          <ac:chgData name="Yuhong Zhong (POPULUS GROUP LLC)" userId="9533cc42-4cc2-4139-8b90-6c3782913546" providerId="ADAL" clId="{B9611EBC-B3E3-4FF6-932E-9CA6014A2E20}" dt="2025-02-17T22:58:46.015" v="4537" actId="1076"/>
          <ac:cxnSpMkLst>
            <pc:docMk/>
            <pc:sldMk cId="3138523018" sldId="269"/>
            <ac:cxnSpMk id="41" creationId="{81BAB6E3-6D7E-4E3C-1138-EB5066B809B7}"/>
          </ac:cxnSpMkLst>
        </pc:cxnChg>
        <pc:cxnChg chg="add mod">
          <ac:chgData name="Yuhong Zhong (POPULUS GROUP LLC)" userId="9533cc42-4cc2-4139-8b90-6c3782913546" providerId="ADAL" clId="{B9611EBC-B3E3-4FF6-932E-9CA6014A2E20}" dt="2025-02-17T22:58:50.316" v="4539" actId="1076"/>
          <ac:cxnSpMkLst>
            <pc:docMk/>
            <pc:sldMk cId="3138523018" sldId="269"/>
            <ac:cxnSpMk id="43" creationId="{D9A69010-8BE4-CF85-B572-B31B3302041C}"/>
          </ac:cxnSpMkLst>
        </pc:cxnChg>
        <pc:cxnChg chg="add mod">
          <ac:chgData name="Yuhong Zhong (POPULUS GROUP LLC)" userId="9533cc42-4cc2-4139-8b90-6c3782913546" providerId="ADAL" clId="{B9611EBC-B3E3-4FF6-932E-9CA6014A2E20}" dt="2025-02-17T22:58:53.527" v="4541" actId="1076"/>
          <ac:cxnSpMkLst>
            <pc:docMk/>
            <pc:sldMk cId="3138523018" sldId="269"/>
            <ac:cxnSpMk id="45" creationId="{4712F48F-C174-BF30-D8C7-5F070AC4FCB0}"/>
          </ac:cxnSpMkLst>
        </pc:cxnChg>
        <pc:cxnChg chg="add mod">
          <ac:chgData name="Yuhong Zhong (POPULUS GROUP LLC)" userId="9533cc42-4cc2-4139-8b90-6c3782913546" providerId="ADAL" clId="{B9611EBC-B3E3-4FF6-932E-9CA6014A2E20}" dt="2025-02-17T22:58:56.820" v="4543" actId="1076"/>
          <ac:cxnSpMkLst>
            <pc:docMk/>
            <pc:sldMk cId="3138523018" sldId="269"/>
            <ac:cxnSpMk id="47" creationId="{F734D054-2E1E-C131-143D-A212AA182F1D}"/>
          </ac:cxnSpMkLst>
        </pc:cxnChg>
        <pc:cxnChg chg="add mod">
          <ac:chgData name="Yuhong Zhong (POPULUS GROUP LLC)" userId="9533cc42-4cc2-4139-8b90-6c3782913546" providerId="ADAL" clId="{B9611EBC-B3E3-4FF6-932E-9CA6014A2E20}" dt="2025-02-17T22:59:01.606" v="4545" actId="1076"/>
          <ac:cxnSpMkLst>
            <pc:docMk/>
            <pc:sldMk cId="3138523018" sldId="269"/>
            <ac:cxnSpMk id="49" creationId="{97C49923-B575-6E1D-58C7-2DC6AFE6F0D9}"/>
          </ac:cxnSpMkLst>
        </pc:cxnChg>
        <pc:cxnChg chg="add mod">
          <ac:chgData name="Yuhong Zhong (POPULUS GROUP LLC)" userId="9533cc42-4cc2-4139-8b90-6c3782913546" providerId="ADAL" clId="{B9611EBC-B3E3-4FF6-932E-9CA6014A2E20}" dt="2025-02-17T22:59:05.822" v="4547" actId="1076"/>
          <ac:cxnSpMkLst>
            <pc:docMk/>
            <pc:sldMk cId="3138523018" sldId="269"/>
            <ac:cxnSpMk id="51" creationId="{40B33487-9D56-A8C8-0F85-FE2E27CE4845}"/>
          </ac:cxnSpMkLst>
        </pc:cxnChg>
        <pc:cxnChg chg="add mod">
          <ac:chgData name="Yuhong Zhong (POPULUS GROUP LLC)" userId="9533cc42-4cc2-4139-8b90-6c3782913546" providerId="ADAL" clId="{B9611EBC-B3E3-4FF6-932E-9CA6014A2E20}" dt="2025-02-17T22:59:22.304" v="4552" actId="1076"/>
          <ac:cxnSpMkLst>
            <pc:docMk/>
            <pc:sldMk cId="3138523018" sldId="269"/>
            <ac:cxnSpMk id="53" creationId="{6B2EFC16-3491-57F4-7697-89A8E46910D6}"/>
          </ac:cxnSpMkLst>
        </pc:cxnChg>
        <pc:cxnChg chg="add mod">
          <ac:chgData name="Yuhong Zhong (POPULUS GROUP LLC)" userId="9533cc42-4cc2-4139-8b90-6c3782913546" providerId="ADAL" clId="{B9611EBC-B3E3-4FF6-932E-9CA6014A2E20}" dt="2025-02-17T22:59:14.939" v="4551" actId="1076"/>
          <ac:cxnSpMkLst>
            <pc:docMk/>
            <pc:sldMk cId="3138523018" sldId="269"/>
            <ac:cxnSpMk id="55" creationId="{15E14577-E67B-733C-2A58-27E4CA6180F1}"/>
          </ac:cxnSpMkLst>
        </pc:cxnChg>
        <pc:cxnChg chg="add mod">
          <ac:chgData name="Yuhong Zhong (POPULUS GROUP LLC)" userId="9533cc42-4cc2-4139-8b90-6c3782913546" providerId="ADAL" clId="{B9611EBC-B3E3-4FF6-932E-9CA6014A2E20}" dt="2025-02-17T23:00:13.055" v="4569" actId="13822"/>
          <ac:cxnSpMkLst>
            <pc:docMk/>
            <pc:sldMk cId="3138523018" sldId="269"/>
            <ac:cxnSpMk id="58" creationId="{8A8BE4F5-C0E4-8F3F-B106-D96E70C451FA}"/>
          </ac:cxnSpMkLst>
        </pc:cxnChg>
        <pc:cxnChg chg="add mod">
          <ac:chgData name="Yuhong Zhong (POPULUS GROUP LLC)" userId="9533cc42-4cc2-4139-8b90-6c3782913546" providerId="ADAL" clId="{B9611EBC-B3E3-4FF6-932E-9CA6014A2E20}" dt="2025-02-17T23:00:20.116" v="4571" actId="1076"/>
          <ac:cxnSpMkLst>
            <pc:docMk/>
            <pc:sldMk cId="3138523018" sldId="269"/>
            <ac:cxnSpMk id="60" creationId="{65761BC0-AA4A-25CF-0413-87BFADA5DA5E}"/>
          </ac:cxnSpMkLst>
        </pc:cxnChg>
      </pc:sldChg>
      <pc:sldChg chg="addSp delSp modSp new mod">
        <pc:chgData name="Yuhong Zhong (POPULUS GROUP LLC)" userId="9533cc42-4cc2-4139-8b90-6c3782913546" providerId="ADAL" clId="{B9611EBC-B3E3-4FF6-932E-9CA6014A2E20}" dt="2025-02-14T19:52:03.338" v="4283" actId="1076"/>
        <pc:sldMkLst>
          <pc:docMk/>
          <pc:sldMk cId="883240884" sldId="270"/>
        </pc:sldMkLst>
        <pc:spChg chg="mod">
          <ac:chgData name="Yuhong Zhong (POPULUS GROUP LLC)" userId="9533cc42-4cc2-4139-8b90-6c3782913546" providerId="ADAL" clId="{B9611EBC-B3E3-4FF6-932E-9CA6014A2E20}" dt="2025-02-14T19:26:26.654" v="4234"/>
          <ac:spMkLst>
            <pc:docMk/>
            <pc:sldMk cId="883240884" sldId="270"/>
            <ac:spMk id="2" creationId="{385A2762-D04D-4652-3D75-025F1CA5D033}"/>
          </ac:spMkLst>
        </pc:spChg>
        <pc:picChg chg="add mod">
          <ac:chgData name="Yuhong Zhong (POPULUS GROUP LLC)" userId="9533cc42-4cc2-4139-8b90-6c3782913546" providerId="ADAL" clId="{B9611EBC-B3E3-4FF6-932E-9CA6014A2E20}" dt="2025-02-14T19:52:03.338" v="4283" actId="1076"/>
          <ac:picMkLst>
            <pc:docMk/>
            <pc:sldMk cId="883240884" sldId="270"/>
            <ac:picMk id="5" creationId="{889B513C-2F75-4C30-57D0-0FBDAFB2EE13}"/>
          </ac:picMkLst>
        </pc:picChg>
        <pc:picChg chg="add mod">
          <ac:chgData name="Yuhong Zhong (POPULUS GROUP LLC)" userId="9533cc42-4cc2-4139-8b90-6c3782913546" providerId="ADAL" clId="{B9611EBC-B3E3-4FF6-932E-9CA6014A2E20}" dt="2025-02-14T19:27:19.422" v="4255" actId="1076"/>
          <ac:picMkLst>
            <pc:docMk/>
            <pc:sldMk cId="883240884" sldId="270"/>
            <ac:picMk id="7" creationId="{B60EDF73-640B-9DAA-8E08-41601DD32780}"/>
          </ac:picMkLst>
        </pc:picChg>
        <pc:picChg chg="add mod">
          <ac:chgData name="Yuhong Zhong (POPULUS GROUP LLC)" userId="9533cc42-4cc2-4139-8b90-6c3782913546" providerId="ADAL" clId="{B9611EBC-B3E3-4FF6-932E-9CA6014A2E20}" dt="2025-02-14T19:27:19.422" v="4255" actId="1076"/>
          <ac:picMkLst>
            <pc:docMk/>
            <pc:sldMk cId="883240884" sldId="270"/>
            <ac:picMk id="9" creationId="{7B3210A9-E721-7B3F-6978-0C1B1EFAF838}"/>
          </ac:picMkLst>
        </pc:picChg>
      </pc:sldChg>
      <pc:sldChg chg="new del">
        <pc:chgData name="Yuhong Zhong (POPULUS GROUP LLC)" userId="9533cc42-4cc2-4139-8b90-6c3782913546" providerId="ADAL" clId="{B9611EBC-B3E3-4FF6-932E-9CA6014A2E20}" dt="2025-02-14T19:24:54.403" v="4232" actId="47"/>
        <pc:sldMkLst>
          <pc:docMk/>
          <pc:sldMk cId="1814570397" sldId="270"/>
        </pc:sldMkLst>
      </pc:sldChg>
      <pc:sldChg chg="addSp delSp modSp new del mod">
        <pc:chgData name="Yuhong Zhong (POPULUS GROUP LLC)" userId="9533cc42-4cc2-4139-8b90-6c3782913546" providerId="ADAL" clId="{B9611EBC-B3E3-4FF6-932E-9CA6014A2E20}" dt="2025-02-18T19:45:23.549" v="4681" actId="47"/>
        <pc:sldMkLst>
          <pc:docMk/>
          <pc:sldMk cId="1660948604" sldId="271"/>
        </pc:sldMkLst>
      </pc:sldChg>
      <pc:sldChg chg="addSp delSp modSp new add del mod">
        <pc:chgData name="Yuhong Zhong (POPULUS GROUP LLC)" userId="9533cc42-4cc2-4139-8b90-6c3782913546" providerId="ADAL" clId="{B9611EBC-B3E3-4FF6-932E-9CA6014A2E20}" dt="2025-02-18T20:52:44.522" v="5058" actId="47"/>
        <pc:sldMkLst>
          <pc:docMk/>
          <pc:sldMk cId="2983173408" sldId="271"/>
        </pc:sldMkLst>
      </pc:sldChg>
      <pc:sldChg chg="addSp delSp modSp new mod">
        <pc:chgData name="Yuhong Zhong (POPULUS GROUP LLC)" userId="9533cc42-4cc2-4139-8b90-6c3782913546" providerId="ADAL" clId="{B9611EBC-B3E3-4FF6-932E-9CA6014A2E20}" dt="2025-02-18T20:53:13.861" v="5088" actId="1076"/>
        <pc:sldMkLst>
          <pc:docMk/>
          <pc:sldMk cId="1323679059" sldId="272"/>
        </pc:sldMkLst>
        <pc:spChg chg="mod">
          <ac:chgData name="Yuhong Zhong (POPULUS GROUP LLC)" userId="9533cc42-4cc2-4139-8b90-6c3782913546" providerId="ADAL" clId="{B9611EBC-B3E3-4FF6-932E-9CA6014A2E20}" dt="2025-02-18T20:44:41.908" v="4910" actId="20577"/>
          <ac:spMkLst>
            <pc:docMk/>
            <pc:sldMk cId="1323679059" sldId="272"/>
            <ac:spMk id="2" creationId="{367C039A-D1C1-2BBA-AD25-184BBD955B75}"/>
          </ac:spMkLst>
        </pc:spChg>
        <pc:spChg chg="add mod">
          <ac:chgData name="Yuhong Zhong (POPULUS GROUP LLC)" userId="9533cc42-4cc2-4139-8b90-6c3782913546" providerId="ADAL" clId="{B9611EBC-B3E3-4FF6-932E-9CA6014A2E20}" dt="2025-02-18T20:48:35.099" v="5050"/>
          <ac:spMkLst>
            <pc:docMk/>
            <pc:sldMk cId="1323679059" sldId="272"/>
            <ac:spMk id="5" creationId="{AB032567-2944-1753-4E32-A84D1DFF4A0E}"/>
          </ac:spMkLst>
        </pc:spChg>
        <pc:spChg chg="add mod">
          <ac:chgData name="Yuhong Zhong (POPULUS GROUP LLC)" userId="9533cc42-4cc2-4139-8b90-6c3782913546" providerId="ADAL" clId="{B9611EBC-B3E3-4FF6-932E-9CA6014A2E20}" dt="2025-02-18T20:53:13.861" v="5088" actId="1076"/>
          <ac:spMkLst>
            <pc:docMk/>
            <pc:sldMk cId="1323679059" sldId="272"/>
            <ac:spMk id="6" creationId="{F4FD73EF-112A-3DB3-3942-CB9F4866D0E8}"/>
          </ac:spMkLst>
        </pc:spChg>
        <pc:graphicFrameChg chg="add mod modGraphic">
          <ac:chgData name="Yuhong Zhong (POPULUS GROUP LLC)" userId="9533cc42-4cc2-4139-8b90-6c3782913546" providerId="ADAL" clId="{B9611EBC-B3E3-4FF6-932E-9CA6014A2E20}" dt="2025-02-18T20:48:41.538" v="5051" actId="1076"/>
          <ac:graphicFrameMkLst>
            <pc:docMk/>
            <pc:sldMk cId="1323679059" sldId="272"/>
            <ac:graphicFrameMk id="4" creationId="{5922B92F-73A5-8936-147A-ADF710410468}"/>
          </ac:graphicFrameMkLst>
        </pc:graphicFrameChg>
      </pc:sldChg>
      <pc:sldChg chg="delSp modSp add mod">
        <pc:chgData name="Yuhong Zhong (POPULUS GROUP LLC)" userId="9533cc42-4cc2-4139-8b90-6c3782913546" providerId="ADAL" clId="{B9611EBC-B3E3-4FF6-932E-9CA6014A2E20}" dt="2025-02-18T21:05:22.567" v="5097" actId="1076"/>
        <pc:sldMkLst>
          <pc:docMk/>
          <pc:sldMk cId="2142937528" sldId="273"/>
        </pc:sldMkLst>
        <pc:spChg chg="mod">
          <ac:chgData name="Yuhong Zhong (POPULUS GROUP LLC)" userId="9533cc42-4cc2-4139-8b90-6c3782913546" providerId="ADAL" clId="{B9611EBC-B3E3-4FF6-932E-9CA6014A2E20}" dt="2025-02-18T21:05:22.567" v="5097" actId="1076"/>
          <ac:spMkLst>
            <pc:docMk/>
            <pc:sldMk cId="2142937528" sldId="273"/>
            <ac:spMk id="18" creationId="{8172A61C-3C13-4338-97EE-853693650C39}"/>
          </ac:spMkLst>
        </pc:spChg>
        <pc:picChg chg="mod">
          <ac:chgData name="Yuhong Zhong (POPULUS GROUP LLC)" userId="9533cc42-4cc2-4139-8b90-6c3782913546" providerId="ADAL" clId="{B9611EBC-B3E3-4FF6-932E-9CA6014A2E20}" dt="2025-02-18T21:05:20.511" v="5096" actId="1076"/>
          <ac:picMkLst>
            <pc:docMk/>
            <pc:sldMk cId="2142937528" sldId="273"/>
            <ac:picMk id="15" creationId="{3279CAF3-C530-C495-9D8B-49E7AE8FC23D}"/>
          </ac:picMkLst>
        </pc:picChg>
      </pc:sldChg>
      <pc:sldChg chg="modSp new mod">
        <pc:chgData name="Yuhong Zhong (POPULUS GROUP LLC)" userId="9533cc42-4cc2-4139-8b90-6c3782913546" providerId="ADAL" clId="{B9611EBC-B3E3-4FF6-932E-9CA6014A2E20}" dt="2025-02-25T18:23:12.360" v="5346" actId="20577"/>
        <pc:sldMkLst>
          <pc:docMk/>
          <pc:sldMk cId="3170062278" sldId="274"/>
        </pc:sldMkLst>
        <pc:spChg chg="mod">
          <ac:chgData name="Yuhong Zhong (POPULUS GROUP LLC)" userId="9533cc42-4cc2-4139-8b90-6c3782913546" providerId="ADAL" clId="{B9611EBC-B3E3-4FF6-932E-9CA6014A2E20}" dt="2025-02-25T18:23:12.360" v="5346" actId="20577"/>
          <ac:spMkLst>
            <pc:docMk/>
            <pc:sldMk cId="3170062278" sldId="274"/>
            <ac:spMk id="3" creationId="{9B23578D-4979-AE70-DFD1-7BCF171168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AE328-78B5-4774-9C35-401A163A19E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5E4ED-B726-4E97-8378-E2C6243DC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8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5E4ED-B726-4E97-8378-E2C6243DCF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58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5E4ED-B726-4E97-8378-E2C6243DCF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0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1701-6964-7AB9-D18B-208E55B4A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7F125-B269-F4F1-15E2-AE82D8A86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AA1F-346B-F311-E480-6A81FEF6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7E90C-FA7E-D183-5AD1-F8DC7CD5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81B7-3878-111C-14B5-2CC16D0F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C7B6-F0DF-228E-473A-6C26D9E8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744F-46EA-4571-D998-DCEF1C65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AC50-D0E6-AFD2-6107-735CBAFC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FF8BC-2380-6684-E95D-4285838B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A5A7-BB94-19DD-17BC-A608F856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3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328D-CAD8-C299-BBC2-E1D36EFE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A1AE-52CF-5535-4D7C-8904C81DA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3CCE-E4F9-D0EC-6C64-EE07CBF2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210AE-54EA-F5A6-A87B-5B40E137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C1024-8D21-A454-6E94-0C40EB15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9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2172-1D5D-D65B-E895-114C8695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1C0A-6676-DD4A-92F6-9737D9A7D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1D9A1-4FA5-0127-7BAB-E9990905F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F8759-2640-E501-3EBF-F482ABDB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FA601-8E2D-E0BF-7FF8-BF7293A8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B4F0A-4802-63E2-6438-86D991E5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0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075F-8E23-8E1B-4E64-13C2038B8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62A81-016E-3AE6-CE70-69ACB580E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768AE-16C0-9BB5-F4FD-33F206732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FF023-7280-9467-2253-6CAA2D6E0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6EC8A-A514-59CF-FAA0-FA64D4C95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E30A2-EFB4-1491-532A-D07AC5C5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A1E80-6ADF-5870-10D3-6EFEDCB1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111BE-1B96-43B7-09FA-E0BC7A95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3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4067-A814-BD16-C238-BC65C38D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08344-A7DA-0266-67ED-76068889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31CDF-A437-237D-CC4F-26B477D7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A9091-A23F-308B-7C7F-BCC50C8B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11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283DE-B28E-59FE-FA2C-C8D47FA1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6C6A2-505A-20FB-0F48-B38757D5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51838-E5C7-42FA-063A-E58D58806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5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260E-482D-0451-ECD3-697BB77B9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E98E-2837-A5D8-D434-650180567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99C90-DEDA-17AE-F3BE-A4A68F328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083D1-5F73-608E-19E5-C9DBF97D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DBA98-182A-9B9E-4323-E126EC87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7A70B-B56A-068F-0C87-CFB44D39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2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F876-64D6-8A8E-EE0C-384AF9BB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9FE3C-B9C2-B355-AC2D-440BA35D8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E2548-B32A-AD90-DD7C-22A09B6FD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2ED80-196B-63E5-41E8-F8423B1B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EB152-B180-3BDE-9813-A49C578F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79C04-5E21-AA44-53EF-7CFF749F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7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E327-7F54-D836-BB72-A6A03C45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66B23-443F-340C-5880-F88141141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562E9-5D92-B2C3-541C-6DCC6413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9F007-3421-9C87-87FA-40C75933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E4696-9B37-7496-236B-9A7763EA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9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276A1-EA46-0E74-1530-A4E5AE50C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190F1-C8B3-0D3B-417E-40AE0176B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A372F-2A17-44DA-877F-0CBA4F50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39FE8-A2EF-F8CB-2216-40BDC0352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F8496-A862-BACC-96E1-9A325665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7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16A96-7D9B-6526-4A8D-A3F06FB39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D1CA6-D5EC-40B9-D7FA-6BC8FB906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EDE8E-D2B1-845C-3804-7D9CB6646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01A08-F275-4E15-969B-B91DB1406BF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4E587-2A3A-2E63-F7F3-94BE7CD3F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6D5D4-557B-008D-6524-86F75651E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DC826-65C1-460C-B031-AEB54DB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4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oft-my.sharepoint.com/:t:/p/daberg/EZq8THwDHk1Hlkcm9UyWcJYBnTSDhTEQFrvGkn7DaoRHwg?e=cuY48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3838-C9BE-BAE5-E4FA-C5BD91188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Allocation With Octopus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21AB5-E138-C8EE-F653-57D29782F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6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Problem formulation</a:t>
            </a:r>
            <a:r>
              <a:rPr lang="en-US" sz="2400"/>
              <a:t>: A host connects to MHD M1, M2, …, Mk. When a VM lands on this host, it needs to allocation </a:t>
            </a:r>
            <a:r>
              <a:rPr lang="en-US" sz="2400" i="1"/>
              <a:t>X</a:t>
            </a:r>
            <a:r>
              <a:rPr lang="en-US" sz="2400"/>
              <a:t> GB CXL memory from these MHDs. </a:t>
            </a:r>
          </a:p>
          <a:p>
            <a:pPr marL="0" indent="0">
              <a:buNone/>
            </a:pPr>
            <a:r>
              <a:rPr lang="en-US" sz="2400"/>
              <a:t>The memory allocation algorithm should decide how much memory to allocate from each of these MHDs.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F0B26-A548-7FEF-92B0-8A01A5157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871" y="3551400"/>
            <a:ext cx="3664257" cy="28370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C8C28D-4ACC-AFB8-0BF0-CE70720C2CFB}"/>
              </a:ext>
            </a:extLst>
          </p:cNvPr>
          <p:cNvSpPr/>
          <p:nvPr/>
        </p:nvSpPr>
        <p:spPr>
          <a:xfrm>
            <a:off x="3235500" y="3626937"/>
            <a:ext cx="1084500" cy="435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New VM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EEF48F-CDEE-ADBF-BD6A-9E59530F3F5D}"/>
              </a:ext>
            </a:extLst>
          </p:cNvPr>
          <p:cNvCxnSpPr/>
          <p:nvPr/>
        </p:nvCxnSpPr>
        <p:spPr>
          <a:xfrm>
            <a:off x="4936331" y="3844821"/>
            <a:ext cx="231457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3BC9CA-E85D-2140-F15D-B9BABE291FAD}"/>
              </a:ext>
            </a:extLst>
          </p:cNvPr>
          <p:cNvCxnSpPr>
            <a:cxnSpLocks/>
          </p:cNvCxnSpPr>
          <p:nvPr/>
        </p:nvCxnSpPr>
        <p:spPr>
          <a:xfrm>
            <a:off x="4936331" y="3961221"/>
            <a:ext cx="2369306" cy="91317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7625CA-5880-E9C3-F6AA-1FB2D681A3AF}"/>
              </a:ext>
            </a:extLst>
          </p:cNvPr>
          <p:cNvSpPr txBox="1"/>
          <p:nvPr/>
        </p:nvSpPr>
        <p:spPr>
          <a:xfrm>
            <a:off x="5183593" y="3473855"/>
            <a:ext cx="182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Allocate from P1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31A370-E0C3-38F9-32E1-93FCC6A55FB9}"/>
              </a:ext>
            </a:extLst>
          </p:cNvPr>
          <p:cNvSpPr txBox="1"/>
          <p:nvPr/>
        </p:nvSpPr>
        <p:spPr>
          <a:xfrm rot="1270228">
            <a:off x="5178319" y="4378892"/>
            <a:ext cx="182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Allocate from P2</a:t>
            </a:r>
          </a:p>
        </p:txBody>
      </p:sp>
    </p:spTree>
    <p:extLst>
      <p:ext uri="{BB962C8B-B14F-4D97-AF65-F5344CB8AC3E}">
        <p14:creationId xmlns:p14="http://schemas.microsoft.com/office/powerpoint/2010/main" val="391485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BE0-920B-82F5-8A80-C645FE00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Allocation With Octopus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982F0-5934-2A2F-E65B-43E8F2CAD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Allocation algorithms can consider different goals:</a:t>
            </a:r>
          </a:p>
          <a:p>
            <a:r>
              <a:rPr lang="en-US" b="1"/>
              <a:t>Utilization</a:t>
            </a:r>
            <a:r>
              <a:rPr lang="en-US"/>
              <a:t>: Allocate from the least utilized MHDs can balance the usage of each MHD. </a:t>
            </a:r>
          </a:p>
          <a:p>
            <a:pPr lvl="1"/>
            <a:r>
              <a:rPr lang="en-US"/>
              <a:t>Fully-connected topology achieves the best utilization</a:t>
            </a:r>
          </a:p>
          <a:p>
            <a:r>
              <a:rPr lang="en-US" b="1"/>
              <a:t>Bandwidth</a:t>
            </a:r>
            <a:r>
              <a:rPr lang="en-US"/>
              <a:t>: Allocate evenly from MHDs enables page-level interleaving to achieve higher memory bandwidth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Focus on utilization in the following analyses</a:t>
            </a:r>
          </a:p>
        </p:txBody>
      </p:sp>
    </p:spTree>
    <p:extLst>
      <p:ext uri="{BB962C8B-B14F-4D97-AF65-F5344CB8AC3E}">
        <p14:creationId xmlns:p14="http://schemas.microsoft.com/office/powerpoint/2010/main" val="1131046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E3EE-011C-DD6F-3902-F51454F1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6FB7A-DB3E-19CA-1B3B-CCB2C7766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425"/>
            <a:ext cx="10515600" cy="5063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Azure VM traces:</a:t>
            </a:r>
          </a:p>
          <a:p>
            <a:r>
              <a:rPr lang="en-US" sz="2400"/>
              <a:t>VMs: node, allocation time, deallocation time, memory size</a:t>
            </a:r>
          </a:p>
          <a:p>
            <a:r>
              <a:rPr lang="en-US" sz="2400"/>
              <a:t>Node: memory capacity</a:t>
            </a:r>
          </a:p>
          <a:p>
            <a:r>
              <a:rPr lang="en-US" sz="2400"/>
              <a:t>Randomly group node into Octopus pods</a:t>
            </a:r>
          </a:p>
          <a:p>
            <a:pPr lvl="1"/>
            <a:r>
              <a:rPr lang="en-US" sz="2000"/>
              <a:t>Only nodes with the same machine type can be in the same pod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Use traces from multiple clusters</a:t>
            </a:r>
          </a:p>
          <a:p>
            <a:r>
              <a:rPr lang="en-US" sz="2000"/>
              <a:t>Same traces used in Coach (ASPLOS ‘25)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400"/>
              <a:t>Output: Minimum MHD capacity without violating VM scheduling decisions</a:t>
            </a:r>
          </a:p>
          <a:p>
            <a:r>
              <a:rPr lang="en-US" sz="2000"/>
              <a:t>Assume that all MHDs within the same pod have the same capacity</a:t>
            </a:r>
          </a:p>
        </p:txBody>
      </p:sp>
    </p:spTree>
    <p:extLst>
      <p:ext uri="{BB962C8B-B14F-4D97-AF65-F5344CB8AC3E}">
        <p14:creationId xmlns:p14="http://schemas.microsoft.com/office/powerpoint/2010/main" val="135298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3894-CD28-D366-CDEB-CABC62A5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Greedy Allocation A</a:t>
            </a:r>
            <a:r>
              <a:rPr lang="en-US" sz="4400"/>
              <a:t>lgorithm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21A00-23E9-1700-ABBF-78E45360C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68027"/>
          </a:xfrm>
        </p:spPr>
        <p:txBody>
          <a:bodyPr/>
          <a:lstStyle/>
          <a:p>
            <a:r>
              <a:rPr lang="en-US"/>
              <a:t>Allocate from the least utilized MHD</a:t>
            </a:r>
          </a:p>
          <a:p>
            <a:r>
              <a:rPr lang="en-US"/>
              <a:t>Split the allocation if necessary</a:t>
            </a:r>
          </a:p>
          <a:p>
            <a:r>
              <a:rPr lang="en-US"/>
              <a:t>Do not migrate allocated CXL memory between MHDs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84734-3C0B-6626-541F-860BD37AF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233" y="3706134"/>
            <a:ext cx="3664257" cy="28370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86C3D3-E2DD-1F3D-D863-F3D275FECA5C}"/>
              </a:ext>
            </a:extLst>
          </p:cNvPr>
          <p:cNvSpPr/>
          <p:nvPr/>
        </p:nvSpPr>
        <p:spPr>
          <a:xfrm>
            <a:off x="2059137" y="3693268"/>
            <a:ext cx="1641093" cy="609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New VM</a:t>
            </a:r>
          </a:p>
          <a:p>
            <a:pPr algn="ctr"/>
            <a:r>
              <a:rPr lang="en-US"/>
              <a:t>(10 GB CXL)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07876B-4800-8A4E-D51B-BA332118D61A}"/>
              </a:ext>
            </a:extLst>
          </p:cNvPr>
          <p:cNvCxnSpPr/>
          <p:nvPr/>
        </p:nvCxnSpPr>
        <p:spPr>
          <a:xfrm>
            <a:off x="4407693" y="3999555"/>
            <a:ext cx="231457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439C6B-9163-074B-DBEA-CBAF18393035}"/>
              </a:ext>
            </a:extLst>
          </p:cNvPr>
          <p:cNvCxnSpPr>
            <a:cxnSpLocks/>
          </p:cNvCxnSpPr>
          <p:nvPr/>
        </p:nvCxnSpPr>
        <p:spPr>
          <a:xfrm>
            <a:off x="4407693" y="4115955"/>
            <a:ext cx="2369306" cy="91317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BDB931-02CE-8584-86E8-FED7841D9CE9}"/>
              </a:ext>
            </a:extLst>
          </p:cNvPr>
          <p:cNvSpPr txBox="1"/>
          <p:nvPr/>
        </p:nvSpPr>
        <p:spPr>
          <a:xfrm>
            <a:off x="4300691" y="3628589"/>
            <a:ext cx="252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Allocate </a:t>
            </a:r>
            <a:r>
              <a:rPr lang="en-US" b="1">
                <a:solidFill>
                  <a:schemeClr val="accent2"/>
                </a:solidFill>
              </a:rPr>
              <a:t>7.5 GB </a:t>
            </a:r>
            <a:r>
              <a:rPr lang="en-US">
                <a:solidFill>
                  <a:schemeClr val="accent2"/>
                </a:solidFill>
              </a:rPr>
              <a:t>from 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61323-785A-1A14-0E3F-EC291570FF60}"/>
              </a:ext>
            </a:extLst>
          </p:cNvPr>
          <p:cNvSpPr txBox="1"/>
          <p:nvPr/>
        </p:nvSpPr>
        <p:spPr>
          <a:xfrm rot="1270228">
            <a:off x="4209838" y="4543072"/>
            <a:ext cx="252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Allocate </a:t>
            </a:r>
            <a:r>
              <a:rPr lang="en-US" b="1">
                <a:solidFill>
                  <a:schemeClr val="accent2"/>
                </a:solidFill>
              </a:rPr>
              <a:t>2.5 GB </a:t>
            </a:r>
            <a:r>
              <a:rPr lang="en-US">
                <a:solidFill>
                  <a:schemeClr val="accent2"/>
                </a:solidFill>
              </a:rPr>
              <a:t>from 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8A23E6-4B4A-7575-5C2D-1DE51D8BF394}"/>
              </a:ext>
            </a:extLst>
          </p:cNvPr>
          <p:cNvSpPr txBox="1"/>
          <p:nvPr/>
        </p:nvSpPr>
        <p:spPr>
          <a:xfrm>
            <a:off x="7272382" y="3835627"/>
            <a:ext cx="228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Usage: </a:t>
            </a:r>
            <a:r>
              <a:rPr lang="en-US" b="1"/>
              <a:t>0 GB </a:t>
            </a:r>
            <a:r>
              <a:rPr lang="en-US"/>
              <a:t>→ </a:t>
            </a:r>
            <a:r>
              <a:rPr lang="en-US" b="1">
                <a:solidFill>
                  <a:schemeClr val="accent2"/>
                </a:solidFill>
              </a:rPr>
              <a:t>7.5 GB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14019-1619-06A1-87F9-3B7405FB5F1B}"/>
              </a:ext>
            </a:extLst>
          </p:cNvPr>
          <p:cNvSpPr txBox="1"/>
          <p:nvPr/>
        </p:nvSpPr>
        <p:spPr>
          <a:xfrm>
            <a:off x="7305243" y="4940000"/>
            <a:ext cx="2221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Usage </a:t>
            </a:r>
            <a:r>
              <a:rPr lang="en-US" b="1"/>
              <a:t>5 GB </a:t>
            </a:r>
            <a:r>
              <a:rPr lang="en-US"/>
              <a:t>→ </a:t>
            </a:r>
            <a:r>
              <a:rPr lang="en-US" b="1">
                <a:solidFill>
                  <a:schemeClr val="accent2"/>
                </a:solidFill>
              </a:rPr>
              <a:t>7.5 GB</a:t>
            </a:r>
          </a:p>
        </p:txBody>
      </p:sp>
    </p:spTree>
    <p:extLst>
      <p:ext uri="{BB962C8B-B14F-4D97-AF65-F5344CB8AC3E}">
        <p14:creationId xmlns:p14="http://schemas.microsoft.com/office/powerpoint/2010/main" val="28510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5B10-C179-DFBB-DEFC-8F975760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Fully-Connected vs. Octopus (Greedy)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7C81E-7B06-E720-1EC6-A81E080FF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837" y="1690688"/>
            <a:ext cx="6503964" cy="49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5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86ED-7D60-2A59-BEA8-0B82D4AC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DF5A-AAA0-273D-4F37-50852E0B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MHD Usages With Octopus (Greedy)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63C72-B7FC-A7A8-24FE-0B849B1A2BF3}"/>
              </a:ext>
            </a:extLst>
          </p:cNvPr>
          <p:cNvSpPr txBox="1"/>
          <p:nvPr/>
        </p:nvSpPr>
        <p:spPr>
          <a:xfrm>
            <a:off x="9016994" y="3286969"/>
            <a:ext cx="1959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Max peak: 142 GB</a:t>
            </a:r>
          </a:p>
          <a:p>
            <a:r>
              <a:rPr lang="en-US"/>
              <a:t>Min peak: 103 GB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A1C68-5D9E-D0C0-1F9A-F9B1E5C48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66" y="1461600"/>
            <a:ext cx="7597820" cy="53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7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2762-D04D-4652-3D75-025F1CA5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MHD Usages With Octopus (Greedy)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B513C-2F75-4C30-57D0-0FBDAFB2E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32" y="1838911"/>
            <a:ext cx="6099558" cy="4407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EDF73-640B-9DAA-8E08-41601DD32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472" y="1492664"/>
            <a:ext cx="3586232" cy="2618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3210A9-E721-7B3F-6978-0C1B1EFAF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472" y="4111046"/>
            <a:ext cx="3533223" cy="255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4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9B80-A0C0-FB67-0009-C8D60F65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Optimal Allocation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5FBD2-59E3-578A-2682-F6EF89231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3898"/>
            <a:ext cx="10515600" cy="1564040"/>
          </a:xfrm>
        </p:spPr>
        <p:txBody>
          <a:bodyPr/>
          <a:lstStyle/>
          <a:p>
            <a:r>
              <a:rPr lang="en-US"/>
              <a:t>Dynamically migrate memory between MHDs to minimize the max usage among all MHDs</a:t>
            </a:r>
          </a:p>
          <a:p>
            <a:pPr lvl="1"/>
            <a:r>
              <a:rPr lang="en-US"/>
              <a:t>Upper bound for any allocation algorithms in terms of memory savings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F7C8C6-CAA2-0560-F7CD-E4B056460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142" y="3339899"/>
            <a:ext cx="3664257" cy="2837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36D646-C0F9-CEAA-8335-80F7C4BA6974}"/>
              </a:ext>
            </a:extLst>
          </p:cNvPr>
          <p:cNvSpPr txBox="1"/>
          <p:nvPr/>
        </p:nvSpPr>
        <p:spPr>
          <a:xfrm>
            <a:off x="874540" y="3475630"/>
            <a:ext cx="18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Host 1: A GB CXL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131F1-2522-7BD2-99FA-6C5B6E7E43CE}"/>
              </a:ext>
            </a:extLst>
          </p:cNvPr>
          <p:cNvSpPr txBox="1"/>
          <p:nvPr/>
        </p:nvSpPr>
        <p:spPr>
          <a:xfrm>
            <a:off x="838200" y="4524014"/>
            <a:ext cx="188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Host 2: B GB CXL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420AC-A87D-30DC-5C39-D5556D6D51A9}"/>
              </a:ext>
            </a:extLst>
          </p:cNvPr>
          <p:cNvSpPr txBox="1"/>
          <p:nvPr/>
        </p:nvSpPr>
        <p:spPr>
          <a:xfrm>
            <a:off x="874540" y="5673799"/>
            <a:ext cx="190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Host 3: C GB CXL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4E5D7-6AB0-EA9D-B3C0-3ABB9EBAFFD7}"/>
              </a:ext>
            </a:extLst>
          </p:cNvPr>
          <p:cNvSpPr txBox="1"/>
          <p:nvPr/>
        </p:nvSpPr>
        <p:spPr>
          <a:xfrm>
            <a:off x="3470817" y="3360336"/>
            <a:ext cx="140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Allocate </a:t>
            </a:r>
            <a:r>
              <a:rPr lang="en-US" sz="1400" b="1"/>
              <a:t>X</a:t>
            </a:r>
            <a:r>
              <a:rPr lang="en-US" sz="1000" b="1"/>
              <a:t>11</a:t>
            </a:r>
            <a:r>
              <a:rPr lang="en-US" sz="1400"/>
              <a:t> GB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42B0F-5415-638D-9856-9955F357C3F7}"/>
              </a:ext>
            </a:extLst>
          </p:cNvPr>
          <p:cNvSpPr txBox="1"/>
          <p:nvPr/>
        </p:nvSpPr>
        <p:spPr>
          <a:xfrm rot="1254611">
            <a:off x="3462186" y="3792231"/>
            <a:ext cx="140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Allocate </a:t>
            </a:r>
            <a:r>
              <a:rPr lang="en-US" sz="1400" b="1"/>
              <a:t>X</a:t>
            </a:r>
            <a:r>
              <a:rPr lang="en-US" sz="1000" b="1"/>
              <a:t>12</a:t>
            </a:r>
            <a:r>
              <a:rPr lang="en-US" sz="1400"/>
              <a:t> GB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46E12-235C-A1B4-FB6D-E0784FAF7376}"/>
              </a:ext>
            </a:extLst>
          </p:cNvPr>
          <p:cNvSpPr txBox="1"/>
          <p:nvPr/>
        </p:nvSpPr>
        <p:spPr>
          <a:xfrm rot="20333446">
            <a:off x="3291920" y="4370125"/>
            <a:ext cx="140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Allocate </a:t>
            </a:r>
            <a:r>
              <a:rPr lang="en-US" sz="1400" b="1"/>
              <a:t>X</a:t>
            </a:r>
            <a:r>
              <a:rPr lang="en-US" sz="1000" b="1"/>
              <a:t>21</a:t>
            </a:r>
            <a:r>
              <a:rPr lang="en-US" sz="1400"/>
              <a:t> GB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3B2F03-8C7B-BAB7-7D79-781D518ADA2C}"/>
              </a:ext>
            </a:extLst>
          </p:cNvPr>
          <p:cNvSpPr txBox="1"/>
          <p:nvPr/>
        </p:nvSpPr>
        <p:spPr>
          <a:xfrm rot="1155336">
            <a:off x="3459390" y="4901777"/>
            <a:ext cx="140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Allocate </a:t>
            </a:r>
            <a:r>
              <a:rPr lang="en-US" sz="1400" b="1"/>
              <a:t>X</a:t>
            </a:r>
            <a:r>
              <a:rPr lang="en-US" sz="1000" b="1"/>
              <a:t>23</a:t>
            </a:r>
            <a:r>
              <a:rPr lang="en-US" sz="1400"/>
              <a:t> GB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D5BF18-1171-6543-20DA-113D1C6FF271}"/>
              </a:ext>
            </a:extLst>
          </p:cNvPr>
          <p:cNvSpPr txBox="1"/>
          <p:nvPr/>
        </p:nvSpPr>
        <p:spPr>
          <a:xfrm rot="20361623">
            <a:off x="3334608" y="5434210"/>
            <a:ext cx="141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Allocate </a:t>
            </a:r>
            <a:r>
              <a:rPr lang="en-US" sz="1400" b="1"/>
              <a:t>X</a:t>
            </a:r>
            <a:r>
              <a:rPr lang="en-US" sz="1000" b="1"/>
              <a:t>32</a:t>
            </a:r>
            <a:r>
              <a:rPr lang="en-US" sz="1400"/>
              <a:t> GB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2E2E40-5C9E-B0D2-A083-9621A3413E9B}"/>
              </a:ext>
            </a:extLst>
          </p:cNvPr>
          <p:cNvSpPr txBox="1"/>
          <p:nvPr/>
        </p:nvSpPr>
        <p:spPr>
          <a:xfrm>
            <a:off x="3366738" y="5837757"/>
            <a:ext cx="140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Allocate </a:t>
            </a:r>
            <a:r>
              <a:rPr lang="en-US" sz="1400" b="1"/>
              <a:t>X</a:t>
            </a:r>
            <a:r>
              <a:rPr lang="en-US" sz="1000" b="1"/>
              <a:t>33</a:t>
            </a:r>
            <a:r>
              <a:rPr lang="en-US" sz="1400"/>
              <a:t> GB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F38F7-1687-B489-358F-6C875B5972AB}"/>
              </a:ext>
            </a:extLst>
          </p:cNvPr>
          <p:cNvSpPr txBox="1"/>
          <p:nvPr/>
        </p:nvSpPr>
        <p:spPr>
          <a:xfrm>
            <a:off x="6741925" y="3339899"/>
            <a:ext cx="427835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Becomes a convex optimization problem: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i="1"/>
              <a:t>min</a:t>
            </a:r>
            <a:r>
              <a:rPr lang="en-US"/>
              <a:t>    max(X</a:t>
            </a:r>
            <a:r>
              <a:rPr lang="en-US" sz="1100"/>
              <a:t>11</a:t>
            </a:r>
            <a:r>
              <a:rPr lang="en-US" sz="1800"/>
              <a:t> </a:t>
            </a:r>
            <a:r>
              <a:rPr lang="en-US"/>
              <a:t>+ X</a:t>
            </a:r>
            <a:r>
              <a:rPr lang="en-US" sz="1100"/>
              <a:t>21</a:t>
            </a:r>
            <a:r>
              <a:rPr lang="en-US"/>
              <a:t>, X</a:t>
            </a:r>
            <a:r>
              <a:rPr lang="en-US" sz="1100"/>
              <a:t>12</a:t>
            </a:r>
            <a:r>
              <a:rPr lang="en-US" sz="1800"/>
              <a:t> </a:t>
            </a:r>
            <a:r>
              <a:rPr lang="en-US"/>
              <a:t>+ X</a:t>
            </a:r>
            <a:r>
              <a:rPr lang="en-US" sz="1100"/>
              <a:t>32</a:t>
            </a:r>
            <a:r>
              <a:rPr lang="en-US"/>
              <a:t>, X</a:t>
            </a:r>
            <a:r>
              <a:rPr lang="en-US" sz="1100"/>
              <a:t>23</a:t>
            </a:r>
            <a:r>
              <a:rPr lang="en-US" sz="1800"/>
              <a:t> </a:t>
            </a:r>
            <a:r>
              <a:rPr lang="en-US"/>
              <a:t>+ X</a:t>
            </a:r>
            <a:r>
              <a:rPr lang="en-US" sz="1100"/>
              <a:t>33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 i="1" err="1"/>
              <a:t>s.t.</a:t>
            </a:r>
            <a:r>
              <a:rPr lang="en-US" i="1"/>
              <a:t>      </a:t>
            </a:r>
            <a:r>
              <a:rPr lang="en-US"/>
              <a:t>X</a:t>
            </a:r>
            <a:r>
              <a:rPr lang="en-US" sz="1100"/>
              <a:t>11</a:t>
            </a:r>
            <a:r>
              <a:rPr lang="en-US" sz="1800"/>
              <a:t> </a:t>
            </a:r>
            <a:r>
              <a:rPr lang="en-US"/>
              <a:t>+ X</a:t>
            </a:r>
            <a:r>
              <a:rPr lang="en-US" sz="1100"/>
              <a:t>12  </a:t>
            </a:r>
            <a:r>
              <a:rPr lang="en-US"/>
              <a:t>= A</a:t>
            </a:r>
          </a:p>
          <a:p>
            <a:r>
              <a:rPr lang="en-US"/>
              <a:t>            X</a:t>
            </a:r>
            <a:r>
              <a:rPr lang="en-US" sz="1100"/>
              <a:t>21</a:t>
            </a:r>
            <a:r>
              <a:rPr lang="en-US" sz="1800"/>
              <a:t> </a:t>
            </a:r>
            <a:r>
              <a:rPr lang="en-US"/>
              <a:t>+ X</a:t>
            </a:r>
            <a:r>
              <a:rPr lang="en-US" sz="1100"/>
              <a:t>23  </a:t>
            </a:r>
            <a:r>
              <a:rPr lang="en-US"/>
              <a:t>= B</a:t>
            </a:r>
          </a:p>
          <a:p>
            <a:r>
              <a:rPr lang="en-US"/>
              <a:t>            X</a:t>
            </a:r>
            <a:r>
              <a:rPr lang="en-US" sz="1100"/>
              <a:t>32</a:t>
            </a:r>
            <a:r>
              <a:rPr lang="en-US" sz="1800"/>
              <a:t> </a:t>
            </a:r>
            <a:r>
              <a:rPr lang="en-US"/>
              <a:t>+ X</a:t>
            </a:r>
            <a:r>
              <a:rPr lang="en-US" sz="1100"/>
              <a:t>33  </a:t>
            </a:r>
            <a:r>
              <a:rPr lang="en-US"/>
              <a:t>= 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535F3-7C17-CE03-C201-0386B41CA3C2}"/>
              </a:ext>
            </a:extLst>
          </p:cNvPr>
          <p:cNvSpPr txBox="1"/>
          <p:nvPr/>
        </p:nvSpPr>
        <p:spPr>
          <a:xfrm>
            <a:off x="8054062" y="3906261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P1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CB087454-A528-F109-1ED0-EBD82485A948}"/>
              </a:ext>
            </a:extLst>
          </p:cNvPr>
          <p:cNvSpPr/>
          <p:nvPr/>
        </p:nvSpPr>
        <p:spPr>
          <a:xfrm rot="5400000">
            <a:off x="8145356" y="3917726"/>
            <a:ext cx="229705" cy="769252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B1CFCB-1294-76E3-008B-D8C02C3643E0}"/>
              </a:ext>
            </a:extLst>
          </p:cNvPr>
          <p:cNvSpPr txBox="1"/>
          <p:nvPr/>
        </p:nvSpPr>
        <p:spPr>
          <a:xfrm>
            <a:off x="8928085" y="390626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P2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8141070D-5766-55BE-A303-F9ED83D8E6FE}"/>
              </a:ext>
            </a:extLst>
          </p:cNvPr>
          <p:cNvSpPr/>
          <p:nvPr/>
        </p:nvSpPr>
        <p:spPr>
          <a:xfrm rot="5400000">
            <a:off x="9019379" y="3917727"/>
            <a:ext cx="229705" cy="769252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57FBA3-2D91-7D68-2630-FBE48AE2998C}"/>
              </a:ext>
            </a:extLst>
          </p:cNvPr>
          <p:cNvSpPr txBox="1"/>
          <p:nvPr/>
        </p:nvSpPr>
        <p:spPr>
          <a:xfrm>
            <a:off x="9802106" y="3906261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P3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ABDE4455-26A7-4C01-2384-8548680E247C}"/>
              </a:ext>
            </a:extLst>
          </p:cNvPr>
          <p:cNvSpPr/>
          <p:nvPr/>
        </p:nvSpPr>
        <p:spPr>
          <a:xfrm rot="5400000">
            <a:off x="9893400" y="3917726"/>
            <a:ext cx="229705" cy="769252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6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163E-193B-9CEC-AC85-B75C3C004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Fully-Connected vs. Octopus (Greedy) vs. Octopus (Optimal)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6B75A3-BEAB-718B-FBE0-5715DAEC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82" y="2314713"/>
            <a:ext cx="3485569" cy="2670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4D60A7-A445-9BBE-E11D-9E1A4C481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243" y="2272871"/>
            <a:ext cx="3485569" cy="2712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AA4D0A-71C0-15DE-B4EE-04D29EDA7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312" y="2234156"/>
            <a:ext cx="3733106" cy="28396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5DE20D-7720-861F-BA65-FE891299A0D9}"/>
              </a:ext>
            </a:extLst>
          </p:cNvPr>
          <p:cNvSpPr txBox="1"/>
          <p:nvPr/>
        </p:nvSpPr>
        <p:spPr>
          <a:xfrm>
            <a:off x="1069008" y="1803609"/>
            <a:ext cx="2523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10% VM Memory in CXL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A7C351-EB5A-49E1-583A-928FE34548A6}"/>
              </a:ext>
            </a:extLst>
          </p:cNvPr>
          <p:cNvSpPr txBox="1"/>
          <p:nvPr/>
        </p:nvSpPr>
        <p:spPr>
          <a:xfrm>
            <a:off x="4834148" y="1803609"/>
            <a:ext cx="2523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30% VM Memory in CXL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1EDBBD-C59C-78A8-4D2C-60922DFA23DC}"/>
              </a:ext>
            </a:extLst>
          </p:cNvPr>
          <p:cNvSpPr txBox="1"/>
          <p:nvPr/>
        </p:nvSpPr>
        <p:spPr>
          <a:xfrm>
            <a:off x="8830096" y="1775303"/>
            <a:ext cx="2523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50% VM Memory in CXL</a:t>
            </a:r>
          </a:p>
        </p:txBody>
      </p:sp>
    </p:spTree>
    <p:extLst>
      <p:ext uri="{BB962C8B-B14F-4D97-AF65-F5344CB8AC3E}">
        <p14:creationId xmlns:p14="http://schemas.microsoft.com/office/powerpoint/2010/main" val="354391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689D-DFC8-7644-A76D-B9316D6B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CC55-FA00-D806-9A15-7A5A8F21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Fully-Connected vs. Octopus (Greedy) vs. Octopus (Optimal)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79CAF3-C530-C495-9D8B-49E7AE8FC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34" y="1532067"/>
            <a:ext cx="6678903" cy="50803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72A61C-3C13-4338-97EE-853693650C39}"/>
              </a:ext>
            </a:extLst>
          </p:cNvPr>
          <p:cNvSpPr txBox="1"/>
          <p:nvPr/>
        </p:nvSpPr>
        <p:spPr>
          <a:xfrm>
            <a:off x="8391557" y="3782229"/>
            <a:ext cx="2523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50% VM Memory in CXL</a:t>
            </a:r>
          </a:p>
        </p:txBody>
      </p:sp>
    </p:spTree>
    <p:extLst>
      <p:ext uri="{BB962C8B-B14F-4D97-AF65-F5344CB8AC3E}">
        <p14:creationId xmlns:p14="http://schemas.microsoft.com/office/powerpoint/2010/main" val="2142937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EF0B0-CCD2-6082-3F2F-AB64B2B2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Migration Necessary?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B22A-CCBA-03FF-EDE0-3FEF3F81C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7499"/>
            <a:ext cx="10515600" cy="5734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Perfect balancing likely requires migration</a:t>
            </a: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B641C75A-CF98-23A2-A491-AD5FFAEF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51" y="3406032"/>
            <a:ext cx="3375579" cy="2620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51794B-2C68-F3E6-9931-6E1FA23DC1A6}"/>
              </a:ext>
            </a:extLst>
          </p:cNvPr>
          <p:cNvSpPr txBox="1"/>
          <p:nvPr/>
        </p:nvSpPr>
        <p:spPr>
          <a:xfrm>
            <a:off x="1438088" y="3126405"/>
            <a:ext cx="61408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>
                <a:solidFill>
                  <a:srgbClr val="111111"/>
                </a:solidFill>
                <a:latin typeface="Roboto"/>
                <a:ea typeface="Roboto"/>
                <a:cs typeface="Roboto"/>
              </a:rPr>
              <a:t>🔥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7C29C-36D1-8A05-4748-C67EF2B4DF33}"/>
              </a:ext>
            </a:extLst>
          </p:cNvPr>
          <p:cNvSpPr txBox="1"/>
          <p:nvPr/>
        </p:nvSpPr>
        <p:spPr>
          <a:xfrm>
            <a:off x="4082676" y="3126405"/>
            <a:ext cx="61408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>
                <a:solidFill>
                  <a:srgbClr val="111111"/>
                </a:solidFill>
                <a:latin typeface="Roboto"/>
                <a:ea typeface="Roboto"/>
                <a:cs typeface="Roboto"/>
              </a:rPr>
              <a:t>🔥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91B0A8-39CF-059D-EAD5-72E4B8ABD184}"/>
              </a:ext>
            </a:extLst>
          </p:cNvPr>
          <p:cNvSpPr txBox="1"/>
          <p:nvPr/>
        </p:nvSpPr>
        <p:spPr>
          <a:xfrm>
            <a:off x="4082676" y="4127464"/>
            <a:ext cx="61408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>
                <a:solidFill>
                  <a:srgbClr val="111111"/>
                </a:solidFill>
                <a:latin typeface="Roboto"/>
                <a:ea typeface="Roboto"/>
                <a:cs typeface="Roboto"/>
              </a:rPr>
              <a:t>🔥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2AA92A-5023-F877-17F2-4957B70E0331}"/>
              </a:ext>
            </a:extLst>
          </p:cNvPr>
          <p:cNvSpPr txBox="1"/>
          <p:nvPr/>
        </p:nvSpPr>
        <p:spPr>
          <a:xfrm>
            <a:off x="246470" y="3501053"/>
            <a:ext cx="1301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C00000"/>
                </a:solidFill>
              </a:rPr>
              <a:t>H1: 10 TB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A9C355-26A7-DEC0-6BCE-6BBD088CB363}"/>
              </a:ext>
            </a:extLst>
          </p:cNvPr>
          <p:cNvSpPr txBox="1"/>
          <p:nvPr/>
        </p:nvSpPr>
        <p:spPr>
          <a:xfrm>
            <a:off x="4706409" y="3501053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C00000"/>
                </a:solidFill>
              </a:rPr>
              <a:t>H1: 5 TB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E756B8-0423-E992-E17E-E11E9018BE68}"/>
              </a:ext>
            </a:extLst>
          </p:cNvPr>
          <p:cNvSpPr txBox="1"/>
          <p:nvPr/>
        </p:nvSpPr>
        <p:spPr>
          <a:xfrm>
            <a:off x="4706409" y="4531994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C00000"/>
                </a:solidFill>
              </a:rPr>
              <a:t>H1: 5 TB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D48901-54FE-A1D2-5920-91164A45FE19}"/>
              </a:ext>
            </a:extLst>
          </p:cNvPr>
          <p:cNvSpPr txBox="1"/>
          <p:nvPr/>
        </p:nvSpPr>
        <p:spPr>
          <a:xfrm>
            <a:off x="351056" y="4531994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H2:  1 TB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B36F21-8DAB-18CE-A848-82AEC5957436}"/>
              </a:ext>
            </a:extLst>
          </p:cNvPr>
          <p:cNvSpPr txBox="1"/>
          <p:nvPr/>
        </p:nvSpPr>
        <p:spPr>
          <a:xfrm>
            <a:off x="4706409" y="5533053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H2:  1 TB</a:t>
            </a:r>
          </a:p>
        </p:txBody>
      </p:sp>
      <p:pic>
        <p:nvPicPr>
          <p:cNvPr id="31" name="Picture 30" descr="A diagram of a network&#10;&#10;AI-generated content may be incorrect.">
            <a:extLst>
              <a:ext uri="{FF2B5EF4-FFF2-40B4-BE49-F238E27FC236}">
                <a16:creationId xmlns:a16="http://schemas.microsoft.com/office/drawing/2014/main" id="{B44AF9AF-1D15-E1F5-9AF9-1338E78A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433" y="3376149"/>
            <a:ext cx="3375579" cy="262049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63E9811-F83A-2A22-53DE-988EE35DA789}"/>
              </a:ext>
            </a:extLst>
          </p:cNvPr>
          <p:cNvSpPr txBox="1"/>
          <p:nvPr/>
        </p:nvSpPr>
        <p:spPr>
          <a:xfrm>
            <a:off x="10081558" y="5128522"/>
            <a:ext cx="61408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>
                <a:solidFill>
                  <a:srgbClr val="111111"/>
                </a:solidFill>
                <a:latin typeface="Roboto"/>
                <a:ea typeface="Roboto"/>
                <a:cs typeface="Roboto"/>
              </a:rPr>
              <a:t>🔥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E00A0A-C762-1B86-BD2C-A02DAE277D75}"/>
              </a:ext>
            </a:extLst>
          </p:cNvPr>
          <p:cNvSpPr txBox="1"/>
          <p:nvPr/>
        </p:nvSpPr>
        <p:spPr>
          <a:xfrm>
            <a:off x="10081558" y="4097581"/>
            <a:ext cx="61408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>
                <a:solidFill>
                  <a:srgbClr val="111111"/>
                </a:solidFill>
                <a:latin typeface="Roboto"/>
                <a:ea typeface="Roboto"/>
                <a:cs typeface="Roboto"/>
              </a:rPr>
              <a:t>🔥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3193BA-BFB8-8023-272D-34C071D3097F}"/>
              </a:ext>
            </a:extLst>
          </p:cNvPr>
          <p:cNvSpPr txBox="1"/>
          <p:nvPr/>
        </p:nvSpPr>
        <p:spPr>
          <a:xfrm>
            <a:off x="6245352" y="5533052"/>
            <a:ext cx="1301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C00000"/>
                </a:solidFill>
              </a:rPr>
              <a:t>H3: 10 TB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7ACEF9-6108-C89C-4231-3BCEE9AEB342}"/>
              </a:ext>
            </a:extLst>
          </p:cNvPr>
          <p:cNvSpPr txBox="1"/>
          <p:nvPr/>
        </p:nvSpPr>
        <p:spPr>
          <a:xfrm>
            <a:off x="10705291" y="3471170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H2: 1 TB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F3F2DA-7766-8893-19A0-896D060506C9}"/>
              </a:ext>
            </a:extLst>
          </p:cNvPr>
          <p:cNvSpPr txBox="1"/>
          <p:nvPr/>
        </p:nvSpPr>
        <p:spPr>
          <a:xfrm>
            <a:off x="10705291" y="4502112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C00000"/>
                </a:solidFill>
              </a:rPr>
              <a:t>H3: 5 TB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368BDA-3D4D-061C-DFA0-21CCD798AD1E}"/>
              </a:ext>
            </a:extLst>
          </p:cNvPr>
          <p:cNvSpPr txBox="1"/>
          <p:nvPr/>
        </p:nvSpPr>
        <p:spPr>
          <a:xfrm>
            <a:off x="6454526" y="4502112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H2:  1 TB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C6A6B0-B968-22A8-1847-250BDE3125DB}"/>
              </a:ext>
            </a:extLst>
          </p:cNvPr>
          <p:cNvSpPr txBox="1"/>
          <p:nvPr/>
        </p:nvSpPr>
        <p:spPr>
          <a:xfrm>
            <a:off x="10705291" y="5503170"/>
            <a:ext cx="1092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C00000"/>
                </a:solidFill>
              </a:rPr>
              <a:t>H3:  5 TB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664D05-D81F-1B07-2CCF-7D3CAB3D7638}"/>
              </a:ext>
            </a:extLst>
          </p:cNvPr>
          <p:cNvSpPr txBox="1"/>
          <p:nvPr/>
        </p:nvSpPr>
        <p:spPr>
          <a:xfrm>
            <a:off x="7436970" y="5128522"/>
            <a:ext cx="61408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>
                <a:solidFill>
                  <a:srgbClr val="111111"/>
                </a:solidFill>
                <a:latin typeface="Roboto"/>
                <a:ea typeface="Roboto"/>
                <a:cs typeface="Roboto"/>
              </a:rPr>
              <a:t>🔥</a:t>
            </a:r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1ABE1F-7FF7-0503-BC3E-DB6137E97572}"/>
              </a:ext>
            </a:extLst>
          </p:cNvPr>
          <p:cNvCxnSpPr/>
          <p:nvPr/>
        </p:nvCxnSpPr>
        <p:spPr>
          <a:xfrm>
            <a:off x="6156067" y="3033994"/>
            <a:ext cx="13377" cy="324952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6E839FC-EAAB-50D5-8504-50287DE7873C}"/>
              </a:ext>
            </a:extLst>
          </p:cNvPr>
          <p:cNvSpPr txBox="1"/>
          <p:nvPr/>
        </p:nvSpPr>
        <p:spPr>
          <a:xfrm>
            <a:off x="1511095" y="268787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6913D9-266D-F95E-7483-890BA691545B}"/>
              </a:ext>
            </a:extLst>
          </p:cNvPr>
          <p:cNvSpPr txBox="1"/>
          <p:nvPr/>
        </p:nvSpPr>
        <p:spPr>
          <a:xfrm>
            <a:off x="2045996" y="284834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8B03E4-46AE-3D46-0FF0-4A9CE513609B}"/>
              </a:ext>
            </a:extLst>
          </p:cNvPr>
          <p:cNvSpPr txBox="1"/>
          <p:nvPr/>
        </p:nvSpPr>
        <p:spPr>
          <a:xfrm rot="-10800000" flipV="1">
            <a:off x="1008469" y="2671817"/>
            <a:ext cx="42447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H1 has high memory demand</a:t>
            </a: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8ACAE-EAF3-5B14-17B6-DA61103C1ACB}"/>
              </a:ext>
            </a:extLst>
          </p:cNvPr>
          <p:cNvSpPr txBox="1"/>
          <p:nvPr/>
        </p:nvSpPr>
        <p:spPr>
          <a:xfrm rot="-10800000" flipV="1">
            <a:off x="7037235" y="2664346"/>
            <a:ext cx="43194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Later: H3 has high memory demand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B1FB4-919F-E623-CB42-ABB8D56F75BF}"/>
              </a:ext>
            </a:extLst>
          </p:cNvPr>
          <p:cNvSpPr txBox="1"/>
          <p:nvPr/>
        </p:nvSpPr>
        <p:spPr>
          <a:xfrm rot="-10800000" flipV="1">
            <a:off x="7547501" y="6119871"/>
            <a:ext cx="35109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H2 has to migrate to P1 to minimize the max MHD usage</a:t>
            </a:r>
          </a:p>
        </p:txBody>
      </p:sp>
    </p:spTree>
    <p:extLst>
      <p:ext uri="{BB962C8B-B14F-4D97-AF65-F5344CB8AC3E}">
        <p14:creationId xmlns:p14="http://schemas.microsoft.com/office/powerpoint/2010/main" val="142377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D112-205B-923C-F29A-1FACAEE7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Optimal Allocation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89A01-39F4-7CC2-737A-2A852D7D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Given future allocations, minimize the peak usages among all MHDs in a pod</a:t>
            </a:r>
          </a:p>
          <a:p>
            <a:r>
              <a:rPr lang="en-US"/>
              <a:t>Do not allow allocated CXL memory to be moved between MHDs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Can still be modeled as </a:t>
            </a:r>
            <a:r>
              <a:rPr lang="en-US">
                <a:hlinkClick r:id="rId2"/>
              </a:rPr>
              <a:t>a convex optimization problem</a:t>
            </a:r>
            <a:r>
              <a:rPr lang="en-US"/>
              <a:t>, but is more complex and is larger</a:t>
            </a:r>
          </a:p>
          <a:p>
            <a:r>
              <a:rPr lang="en-US" sz="2400"/>
              <a:t>The scale of the problem is: #MHDs * #VMs</a:t>
            </a:r>
          </a:p>
        </p:txBody>
      </p:sp>
    </p:spTree>
    <p:extLst>
      <p:ext uri="{BB962C8B-B14F-4D97-AF65-F5344CB8AC3E}">
        <p14:creationId xmlns:p14="http://schemas.microsoft.com/office/powerpoint/2010/main" val="233869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5DC8-E7C0-F665-BA4A-BC45A3C5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Optimal Allocation Algorithm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5504E7-A250-6B74-F270-382265C01F39}"/>
              </a:ext>
            </a:extLst>
          </p:cNvPr>
          <p:cNvCxnSpPr/>
          <p:nvPr/>
        </p:nvCxnSpPr>
        <p:spPr>
          <a:xfrm>
            <a:off x="1325217" y="4156765"/>
            <a:ext cx="9144000" cy="3092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3E4120-7452-63C6-CACD-3D818211965B}"/>
              </a:ext>
            </a:extLst>
          </p:cNvPr>
          <p:cNvSpPr txBox="1"/>
          <p:nvPr/>
        </p:nvSpPr>
        <p:spPr>
          <a:xfrm>
            <a:off x="10469217" y="398756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476AC4-6A32-FB66-F06B-7BAE75AF45F1}"/>
              </a:ext>
            </a:extLst>
          </p:cNvPr>
          <p:cNvGrpSpPr/>
          <p:nvPr/>
        </p:nvGrpSpPr>
        <p:grpSpPr>
          <a:xfrm>
            <a:off x="1784626" y="4477026"/>
            <a:ext cx="2767496" cy="468244"/>
            <a:chOff x="1850887" y="3569252"/>
            <a:chExt cx="2767496" cy="46824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02618D-A546-6181-B120-43BEE39C411C}"/>
                </a:ext>
              </a:extLst>
            </p:cNvPr>
            <p:cNvCxnSpPr/>
            <p:nvPr/>
          </p:nvCxnSpPr>
          <p:spPr>
            <a:xfrm>
              <a:off x="1850887" y="3569252"/>
              <a:ext cx="0" cy="4682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4D2A9FE-84EE-6B16-EF0F-3E6D407E59F3}"/>
                </a:ext>
              </a:extLst>
            </p:cNvPr>
            <p:cNvCxnSpPr/>
            <p:nvPr/>
          </p:nvCxnSpPr>
          <p:spPr>
            <a:xfrm>
              <a:off x="4618383" y="3569252"/>
              <a:ext cx="0" cy="4682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8A4F79-2059-20BD-5C16-301A2ACB5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0887" y="3803374"/>
              <a:ext cx="27674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C23093-4AA3-2421-CA60-D21643400590}"/>
              </a:ext>
            </a:extLst>
          </p:cNvPr>
          <p:cNvGrpSpPr/>
          <p:nvPr/>
        </p:nvGrpSpPr>
        <p:grpSpPr>
          <a:xfrm>
            <a:off x="4645991" y="4477026"/>
            <a:ext cx="2767496" cy="468244"/>
            <a:chOff x="1850887" y="3569252"/>
            <a:chExt cx="2767496" cy="46824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64A163-91DC-6925-281A-25942AE05B17}"/>
                </a:ext>
              </a:extLst>
            </p:cNvPr>
            <p:cNvCxnSpPr/>
            <p:nvPr/>
          </p:nvCxnSpPr>
          <p:spPr>
            <a:xfrm>
              <a:off x="1850887" y="3569252"/>
              <a:ext cx="0" cy="4682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08F87C-C1BA-BD8C-6432-84F40BBA833C}"/>
                </a:ext>
              </a:extLst>
            </p:cNvPr>
            <p:cNvCxnSpPr/>
            <p:nvPr/>
          </p:nvCxnSpPr>
          <p:spPr>
            <a:xfrm>
              <a:off x="4618383" y="3569252"/>
              <a:ext cx="0" cy="4682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4DDD5FA-37A6-22DA-A6B1-4C2DCE20E4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0887" y="3803374"/>
              <a:ext cx="27674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DDCB29-CE88-380D-0B55-438332560415}"/>
              </a:ext>
            </a:extLst>
          </p:cNvPr>
          <p:cNvGrpSpPr/>
          <p:nvPr/>
        </p:nvGrpSpPr>
        <p:grpSpPr>
          <a:xfrm>
            <a:off x="7475324" y="4477026"/>
            <a:ext cx="2767496" cy="468244"/>
            <a:chOff x="1850887" y="3569252"/>
            <a:chExt cx="2767496" cy="468244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4D5FA30-9CD1-CAE0-36E3-8110D7EA4DC9}"/>
                </a:ext>
              </a:extLst>
            </p:cNvPr>
            <p:cNvCxnSpPr/>
            <p:nvPr/>
          </p:nvCxnSpPr>
          <p:spPr>
            <a:xfrm>
              <a:off x="1850887" y="3569252"/>
              <a:ext cx="0" cy="4682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24C38CC-ABDF-D76C-0405-4CFBF236A207}"/>
                </a:ext>
              </a:extLst>
            </p:cNvPr>
            <p:cNvCxnSpPr/>
            <p:nvPr/>
          </p:nvCxnSpPr>
          <p:spPr>
            <a:xfrm>
              <a:off x="4618383" y="3569252"/>
              <a:ext cx="0" cy="4682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3D03593-719E-3FDC-F0BA-63FA6AE8D8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0887" y="3803374"/>
              <a:ext cx="27674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E54242E-AC11-A8A7-7FCE-D0C608858E0E}"/>
              </a:ext>
            </a:extLst>
          </p:cNvPr>
          <p:cNvSpPr txBox="1"/>
          <p:nvPr/>
        </p:nvSpPr>
        <p:spPr>
          <a:xfrm>
            <a:off x="2399605" y="4696376"/>
            <a:ext cx="1537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algo (4 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EB9DE9-C91E-1B96-325B-973F6953C3B6}"/>
              </a:ext>
            </a:extLst>
          </p:cNvPr>
          <p:cNvSpPr txBox="1"/>
          <p:nvPr/>
        </p:nvSpPr>
        <p:spPr>
          <a:xfrm>
            <a:off x="5318398" y="4711148"/>
            <a:ext cx="1537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algo (4 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2772B2-9E68-451B-BD27-665667207878}"/>
              </a:ext>
            </a:extLst>
          </p:cNvPr>
          <p:cNvSpPr txBox="1"/>
          <p:nvPr/>
        </p:nvSpPr>
        <p:spPr>
          <a:xfrm>
            <a:off x="8122336" y="4691952"/>
            <a:ext cx="1537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algo (4 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F625E6FD-6400-B8E1-B97B-212771DED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84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Approximate the static optimal allocation by splitting the large optimization problem into small intervals: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EEB5B1-9A47-6453-1843-986548F48A59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020557" y="3633304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F921553-A679-ECFB-4C07-2DDB82FFD2C6}"/>
              </a:ext>
            </a:extLst>
          </p:cNvPr>
          <p:cNvSpPr txBox="1"/>
          <p:nvPr/>
        </p:nvSpPr>
        <p:spPr>
          <a:xfrm rot="16200000">
            <a:off x="1494612" y="2922692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3D97562-EF3F-4AB1-89B1-5186E17A886F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297557" y="3633303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F8F771B-8A26-7BBE-5254-5D5F66C7AAAA}"/>
              </a:ext>
            </a:extLst>
          </p:cNvPr>
          <p:cNvSpPr txBox="1"/>
          <p:nvPr/>
        </p:nvSpPr>
        <p:spPr>
          <a:xfrm rot="16200000">
            <a:off x="1771612" y="2922691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BAB6E3-6D7E-4E3C-1138-EB5066B809B7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3110583" y="3633302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D3C0763-8320-9A98-3101-4F34B31B1037}"/>
              </a:ext>
            </a:extLst>
          </p:cNvPr>
          <p:cNvSpPr txBox="1"/>
          <p:nvPr/>
        </p:nvSpPr>
        <p:spPr>
          <a:xfrm rot="16200000">
            <a:off x="2584638" y="292269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A69010-8BE4-CF85-B572-B31B3302041C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3953686" y="3660360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178A0AE-B035-3DA5-C15C-23B9552AFC10}"/>
              </a:ext>
            </a:extLst>
          </p:cNvPr>
          <p:cNvSpPr txBox="1"/>
          <p:nvPr/>
        </p:nvSpPr>
        <p:spPr>
          <a:xfrm rot="16200000">
            <a:off x="3427741" y="2949748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712F48F-C174-BF30-D8C7-5F070AC4FCB0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5178226" y="3636678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06BC5D5-CA86-85FB-ABD0-0094A1705DFA}"/>
              </a:ext>
            </a:extLst>
          </p:cNvPr>
          <p:cNvSpPr txBox="1"/>
          <p:nvPr/>
        </p:nvSpPr>
        <p:spPr>
          <a:xfrm rot="16200000">
            <a:off x="4652281" y="2926066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734D054-2E1E-C131-143D-A212AA182F1D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6600048" y="3648077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74B49C6-4A72-4085-E658-436D99D69AD1}"/>
              </a:ext>
            </a:extLst>
          </p:cNvPr>
          <p:cNvSpPr txBox="1"/>
          <p:nvPr/>
        </p:nvSpPr>
        <p:spPr>
          <a:xfrm rot="16200000">
            <a:off x="6074103" y="2937465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C49923-B575-6E1D-58C7-2DC6AFE6F0D9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6928145" y="3654502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2259E24-0FF7-8FDE-9B4C-A1EC330826B5}"/>
              </a:ext>
            </a:extLst>
          </p:cNvPr>
          <p:cNvSpPr txBox="1"/>
          <p:nvPr/>
        </p:nvSpPr>
        <p:spPr>
          <a:xfrm rot="16200000">
            <a:off x="6402200" y="294389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0B33487-9D56-A8C8-0F85-FE2E27CE4845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8238315" y="3661359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3CE9643-5864-0E4C-981A-E328629CDE98}"/>
              </a:ext>
            </a:extLst>
          </p:cNvPr>
          <p:cNvSpPr txBox="1"/>
          <p:nvPr/>
        </p:nvSpPr>
        <p:spPr>
          <a:xfrm rot="16200000">
            <a:off x="7712370" y="2950747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B2EFC16-3491-57F4-7697-89A8E46910D6}"/>
              </a:ext>
            </a:extLst>
          </p:cNvPr>
          <p:cNvCxnSpPr>
            <a:cxnSpLocks/>
            <a:stCxn id="54" idx="1"/>
          </p:cNvCxnSpPr>
          <p:nvPr/>
        </p:nvCxnSpPr>
        <p:spPr>
          <a:xfrm flipH="1">
            <a:off x="8863764" y="3661359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2F82E10-1739-EBD2-6486-EE86259B5E9A}"/>
              </a:ext>
            </a:extLst>
          </p:cNvPr>
          <p:cNvSpPr txBox="1"/>
          <p:nvPr/>
        </p:nvSpPr>
        <p:spPr>
          <a:xfrm rot="16200000">
            <a:off x="8337819" y="2950747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5E14577-E67B-733C-2A58-27E4CA6180F1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9468593" y="3668914"/>
            <a:ext cx="1" cy="4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F6EA3B5-1013-57F2-011D-C6FF486A5769}"/>
              </a:ext>
            </a:extLst>
          </p:cNvPr>
          <p:cNvSpPr txBox="1"/>
          <p:nvPr/>
        </p:nvSpPr>
        <p:spPr>
          <a:xfrm rot="16200000">
            <a:off x="8942648" y="2958302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Alloc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A8BE4F5-C0E4-8F3F-B106-D96E70C451FA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5776619" y="3633085"/>
            <a:ext cx="2" cy="492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03F5C81-E2A3-B8E4-4F2E-52E0CC92461F}"/>
              </a:ext>
            </a:extLst>
          </p:cNvPr>
          <p:cNvSpPr txBox="1"/>
          <p:nvPr/>
        </p:nvSpPr>
        <p:spPr>
          <a:xfrm rot="16200000">
            <a:off x="5272091" y="2943889"/>
            <a:ext cx="100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VM Stop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5761BC0-AA4A-25CF-0413-87BFADA5DA5E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7583229" y="3648853"/>
            <a:ext cx="2" cy="492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6EE4E21-181C-5771-508D-BEE568691154}"/>
              </a:ext>
            </a:extLst>
          </p:cNvPr>
          <p:cNvSpPr txBox="1"/>
          <p:nvPr/>
        </p:nvSpPr>
        <p:spPr>
          <a:xfrm rot="16200000">
            <a:off x="7078701" y="2959657"/>
            <a:ext cx="100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VM Stop</a:t>
            </a:r>
          </a:p>
        </p:txBody>
      </p:sp>
    </p:spTree>
    <p:extLst>
      <p:ext uri="{BB962C8B-B14F-4D97-AF65-F5344CB8AC3E}">
        <p14:creationId xmlns:p14="http://schemas.microsoft.com/office/powerpoint/2010/main" val="3138523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FF5E-0E91-79A9-E0A2-635A8B40B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Optimal Allocation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37EC-99BB-607E-E35E-ECD6FAD0D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Regular octopus (X=5, N=4, lambda=1):</a:t>
            </a:r>
          </a:p>
          <a:p>
            <a:r>
              <a:rPr lang="en-US" sz="2000" dirty="0"/>
              <a:t>16 hosts</a:t>
            </a:r>
          </a:p>
          <a:p>
            <a:r>
              <a:rPr lang="en-US" sz="2000" dirty="0"/>
              <a:t>20 MHDs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Memory savings (50% memory in CXL):</a:t>
            </a:r>
          </a:p>
          <a:p>
            <a:r>
              <a:rPr lang="en-US" sz="2000" dirty="0"/>
              <a:t>Greedy: </a:t>
            </a:r>
            <a:r>
              <a:rPr lang="en-US" sz="2000" b="1" dirty="0"/>
              <a:t>95.0%</a:t>
            </a:r>
          </a:p>
          <a:p>
            <a:r>
              <a:rPr lang="en-US" sz="2000" dirty="0"/>
              <a:t>(Approximated) Static optimal</a:t>
            </a:r>
          </a:p>
          <a:p>
            <a:pPr lvl="1"/>
            <a:r>
              <a:rPr lang="en-US" sz="1800" dirty="0"/>
              <a:t>4-hour window: </a:t>
            </a:r>
            <a:r>
              <a:rPr lang="en-US" sz="1800" b="1" dirty="0"/>
              <a:t>94.5%</a:t>
            </a:r>
          </a:p>
          <a:p>
            <a:pPr lvl="1"/>
            <a:r>
              <a:rPr lang="en-US" sz="1800" dirty="0"/>
              <a:t>8-hour window: </a:t>
            </a:r>
            <a:r>
              <a:rPr lang="en-US" sz="1800" b="1" dirty="0"/>
              <a:t>92.3%</a:t>
            </a:r>
          </a:p>
          <a:p>
            <a:r>
              <a:rPr lang="en-US" sz="2000" dirty="0"/>
              <a:t>Optimal (with reallocation): </a:t>
            </a:r>
            <a:r>
              <a:rPr lang="en-US" sz="2000" b="1" dirty="0"/>
              <a:t>88.3%</a:t>
            </a:r>
          </a:p>
        </p:txBody>
      </p:sp>
    </p:spTree>
    <p:extLst>
      <p:ext uri="{BB962C8B-B14F-4D97-AF65-F5344CB8AC3E}">
        <p14:creationId xmlns:p14="http://schemas.microsoft.com/office/powerpoint/2010/main" val="273746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039A-D1C1-2BBA-AD25-184BBD95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Node-to-Pod Mappings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22B92F-73A5-8936-147A-ADF710410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054427"/>
              </p:ext>
            </p:extLst>
          </p:nvPr>
        </p:nvGraphicFramePr>
        <p:xfrm>
          <a:off x="963126" y="3696131"/>
          <a:ext cx="1026574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958">
                  <a:extLst>
                    <a:ext uri="{9D8B030D-6E8A-4147-A177-3AD203B41FA5}">
                      <a16:colId xmlns:a16="http://schemas.microsoft.com/office/drawing/2014/main" val="616383616"/>
                    </a:ext>
                  </a:extLst>
                </a:gridCol>
                <a:gridCol w="1710958">
                  <a:extLst>
                    <a:ext uri="{9D8B030D-6E8A-4147-A177-3AD203B41FA5}">
                      <a16:colId xmlns:a16="http://schemas.microsoft.com/office/drawing/2014/main" val="2103175816"/>
                    </a:ext>
                  </a:extLst>
                </a:gridCol>
                <a:gridCol w="1710958">
                  <a:extLst>
                    <a:ext uri="{9D8B030D-6E8A-4147-A177-3AD203B41FA5}">
                      <a16:colId xmlns:a16="http://schemas.microsoft.com/office/drawing/2014/main" val="1166856532"/>
                    </a:ext>
                  </a:extLst>
                </a:gridCol>
                <a:gridCol w="1710958">
                  <a:extLst>
                    <a:ext uri="{9D8B030D-6E8A-4147-A177-3AD203B41FA5}">
                      <a16:colId xmlns:a16="http://schemas.microsoft.com/office/drawing/2014/main" val="3672371059"/>
                    </a:ext>
                  </a:extLst>
                </a:gridCol>
                <a:gridCol w="1710958">
                  <a:extLst>
                    <a:ext uri="{9D8B030D-6E8A-4147-A177-3AD203B41FA5}">
                      <a16:colId xmlns:a16="http://schemas.microsoft.com/office/drawing/2014/main" val="2336869279"/>
                    </a:ext>
                  </a:extLst>
                </a:gridCol>
                <a:gridCol w="1710958">
                  <a:extLst>
                    <a:ext uri="{9D8B030D-6E8A-4147-A177-3AD203B41FA5}">
                      <a16:colId xmlns:a16="http://schemas.microsoft.com/office/drawing/2014/main" val="2394872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Mapping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Mapping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Mapping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Mapping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150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95.2%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53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Static Optimal</a:t>
                      </a:r>
                    </a:p>
                    <a:p>
                      <a:r>
                        <a:rPr lang="en-US" dirty="0"/>
                        <a:t>(8-hr window)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93.4%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800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207949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32567-2944-1753-4E32-A84D1DFF4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4816"/>
          </a:xfrm>
        </p:spPr>
        <p:txBody>
          <a:bodyPr>
            <a:normAutofit/>
          </a:bodyPr>
          <a:lstStyle/>
          <a:p>
            <a:r>
              <a:rPr lang="en-US" sz="2000" dirty="0"/>
              <a:t>Regular octopus (X=4, N=4, lambda=1): 13 hosts, 13 MHDs</a:t>
            </a:r>
          </a:p>
          <a:p>
            <a:r>
              <a:rPr lang="en-US" sz="2000" dirty="0"/>
              <a:t>50% memory in CXL</a:t>
            </a:r>
          </a:p>
          <a:p>
            <a:r>
              <a:rPr lang="en-US" sz="2000" dirty="0"/>
              <a:t>LON23PrdApp01-troundgrt5m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D73EF-112A-3DB3-3942-CB9F4866D0E8}"/>
              </a:ext>
            </a:extLst>
          </p:cNvPr>
          <p:cNvSpPr txBox="1"/>
          <p:nvPr/>
        </p:nvSpPr>
        <p:spPr>
          <a:xfrm>
            <a:off x="4351294" y="3244346"/>
            <a:ext cx="3343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Required Memory Capacity</a:t>
            </a:r>
          </a:p>
        </p:txBody>
      </p:sp>
    </p:spTree>
    <p:extLst>
      <p:ext uri="{BB962C8B-B14F-4D97-AF65-F5344CB8AC3E}">
        <p14:creationId xmlns:p14="http://schemas.microsoft.com/office/powerpoint/2010/main" val="1323679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0FB5-F4DD-9444-2B8A-894B498E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3578D-4979-AE70-DFD1-7BCF17116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Greedy allocation, 50% VM memory in CXL, 50 random node-to-pod mapping</a:t>
            </a:r>
          </a:p>
          <a:p>
            <a:r>
              <a:rPr lang="en-US" dirty="0"/>
              <a:t>matrix_25: 93.8%</a:t>
            </a:r>
          </a:p>
          <a:p>
            <a:pPr lvl="1"/>
            <a:r>
              <a:rPr lang="en-US" dirty="0"/>
              <a:t>25 hosts, 4-port MHDs</a:t>
            </a:r>
          </a:p>
          <a:p>
            <a:r>
              <a:rPr lang="en-US" dirty="0"/>
              <a:t>matrix_57: 87.3%</a:t>
            </a:r>
          </a:p>
          <a:p>
            <a:pPr lvl="1"/>
            <a:r>
              <a:rPr lang="en-US" dirty="0"/>
              <a:t>57 hosts, 8-port MHDs, </a:t>
            </a:r>
          </a:p>
          <a:p>
            <a:r>
              <a:rPr lang="en-US" dirty="0"/>
              <a:t>matrix_49: 92.7%</a:t>
            </a:r>
          </a:p>
          <a:p>
            <a:pPr lvl="1"/>
            <a:r>
              <a:rPr lang="en-US" dirty="0"/>
              <a:t>49 hosts, 4-port MHDs</a:t>
            </a:r>
          </a:p>
        </p:txBody>
      </p:sp>
    </p:spTree>
    <p:extLst>
      <p:ext uri="{BB962C8B-B14F-4D97-AF65-F5344CB8AC3E}">
        <p14:creationId xmlns:p14="http://schemas.microsoft.com/office/powerpoint/2010/main" val="3170062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823</Words>
  <Application>Microsoft Macintosh PowerPoint</Application>
  <PresentationFormat>Widescreen</PresentationFormat>
  <Paragraphs>165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Roboto</vt:lpstr>
      <vt:lpstr>Office Theme</vt:lpstr>
      <vt:lpstr>Memory Allocation With Octopus</vt:lpstr>
      <vt:lpstr>Memory Allocation With Octopus</vt:lpstr>
      <vt:lpstr>Simulation Settings</vt:lpstr>
      <vt:lpstr>Greedy Allocation Algorithm</vt:lpstr>
      <vt:lpstr>Fully-Connected vs. Octopus (Greedy)</vt:lpstr>
      <vt:lpstr>MHD Usages With Octopus (Greedy)</vt:lpstr>
      <vt:lpstr>MHD Usages With Octopus (Greedy)</vt:lpstr>
      <vt:lpstr>Optimal Allocation Algorithm</vt:lpstr>
      <vt:lpstr>Fully-Connected vs. Octopus (Greedy) vs. Octopus (Optimal)</vt:lpstr>
      <vt:lpstr>Fully-Connected vs. Octopus (Greedy) vs. Octopus (Optimal)</vt:lpstr>
      <vt:lpstr>Is Migration Necessary?</vt:lpstr>
      <vt:lpstr>Static Optimal Allocation Algorithm</vt:lpstr>
      <vt:lpstr>Static Optimal Allocation Algorithm</vt:lpstr>
      <vt:lpstr>Static Optimal Allocation Algorithm</vt:lpstr>
      <vt:lpstr>Different Node-to-Pod Mappings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Yuhong Zhong (POPULUS GROUP LLC)</dc:creator>
  <cp:lastModifiedBy>yz3626</cp:lastModifiedBy>
  <cp:revision>1</cp:revision>
  <dcterms:created xsi:type="dcterms:W3CDTF">2025-02-11T01:51:03Z</dcterms:created>
  <dcterms:modified xsi:type="dcterms:W3CDTF">2026-01-27T20:09:42Z</dcterms:modified>
</cp:coreProperties>
</file>