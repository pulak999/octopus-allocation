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LCPO Paper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Notes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A2C · Actor-Critic · Catastrophic Forgetting · LCPO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A2C — Two Neural Networks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3931920" cy="3566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 π(a | s, z)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  +  context z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 over actions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 at blue cell: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right:  0.70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up:     0.10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left:   0.10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down:   0.10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931920" cy="35661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914400"/>
            <a:ext cx="3931920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 V(s, z)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74920" y="141732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  +  context z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number — expected future reward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V(start, no trap)     = −3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V(start, trap active) = −5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V(one step to finish) = −1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2697480"/>
            <a:ext cx="7315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114800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advantage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signal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Advantage Function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960120"/>
            <a:ext cx="548640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960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A(s, a)  =  r  +  γ · V(s_next)  −  V(s)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"Was this action better or worse than I expected?"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2423160"/>
            <a:ext cx="274320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423160"/>
            <a:ext cx="27432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48716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 A &gt; 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907792"/>
            <a:ext cx="2523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was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expected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increase its probability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2423160"/>
            <a:ext cx="274320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2423160"/>
            <a:ext cx="274320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248716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 A = 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2907792"/>
            <a:ext cx="2523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was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as expected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change needed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423160"/>
            <a:ext cx="274320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423160"/>
            <a:ext cx="27432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48716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 A &lt; 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27648" y="2907792"/>
            <a:ext cx="2523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was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expected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decrease its probability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world: agent steps into trap  →  r = −10,  V(s_next) = −3,  V(s) = −3  →  A = −10  (very bad!)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A2C — Training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87552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914400"/>
            <a:ext cx="79552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914400"/>
            <a:ext cx="54864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950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2344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 episodes → gather (s, z, a, r, s_next) tuples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764792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1691640"/>
            <a:ext cx="79552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1691640"/>
            <a:ext cx="54864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1728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Advantage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0116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A(s,a) = r + γ·V(s_next) − V(s)  for each step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542032"/>
            <a:ext cx="457200" cy="4572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2468880"/>
            <a:ext cx="79552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2468880"/>
            <a:ext cx="54864" cy="65836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505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Critic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27889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Minimize  L_critic = (r + γ·V(s_next) − V(s))²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319272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68680" y="3246120"/>
            <a:ext cx="79552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246120"/>
            <a:ext cx="54864" cy="65836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282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Actor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5661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Minimize  L_actor = −log π(a|s,z) · A(s,a)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096512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8680" y="4023360"/>
            <a:ext cx="79552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4023360"/>
            <a:ext cx="54864" cy="6583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4059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&amp; Repeat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43434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Experiences are thrown away (on-policy). Next batch.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45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6817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Step 4 changes NN weights for current context → outputs for ALL other contexts drift → Catastrophic Forgetting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Neural Networks Forget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3931920" cy="374904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RL  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(s, z) pair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rows for 3×3 grid + 2 contexts
</a:t>
            </a:r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row (s, z=1)
</a:t>
            </a:r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row (s, z=0)
</a:t>
            </a:r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untouched
</a:t>
            </a:r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forgetting by construction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931920" cy="374904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914400"/>
            <a:ext cx="393192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 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141732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weights across all inputs
</a:t>
            </a:r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weights for (s, z=1)
</a:t>
            </a:r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outputs for ALL inputs
</a:t>
            </a:r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(s, z=0)
</a:t>
            </a:r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Catastrophic Forgetting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4709160"/>
            <a:ext cx="8595360" cy="338328"/>
          </a:xfrm>
          <a:prstGeom prst="rect">
            <a:avLst/>
          </a:prstGeom>
          <a:solidFill>
            <a:srgbClr val="0C2A1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LCPO fix: constrain NN updates so outputs for old-context (OOD) samples don't change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A2C &amp; LCPO — Study Notes</dc:title>
  <dc:subject>PptxGenJS Presentation</dc:subject>
  <dc:creator>PptxGenJS</dc:creator>
  <cp:lastModifiedBy>PptxGenJS</cp:lastModifiedBy>
  <cp:revision>1</cp:revision>
  <dcterms:created xsi:type="dcterms:W3CDTF">2026-03-12T00:16:39Z</dcterms:created>
  <dcterms:modified xsi:type="dcterms:W3CDTF">2026-03-12T00:16:39Z</dcterms:modified>
</cp:coreProperties>
</file>